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SeanHenry@prosafecyberfraudbountyhunters.com" TargetMode="External"/><Relationship Id="rId13" Type="http://schemas.openxmlformats.org/officeDocument/2006/relationships/hyperlink" Target="mailto:googleone-support@google.com" TargetMode="External"/><Relationship Id="rId18" Type="http://schemas.openxmlformats.org/officeDocument/2006/relationships/hyperlink" Target="mailto:support@sharepoint.com" TargetMode="External"/><Relationship Id="rId3" Type="http://schemas.openxmlformats.org/officeDocument/2006/relationships/hyperlink" Target="mailto:sean.henry007@gmail.com" TargetMode="External"/><Relationship Id="rId7" Type="http://schemas.openxmlformats.org/officeDocument/2006/relationships/hyperlink" Target="mailto:sean.henry007@icloud.com" TargetMode="External"/><Relationship Id="rId12" Type="http://schemas.openxmlformats.org/officeDocument/2006/relationships/hyperlink" Target="mailto:secure@microsoft.com" TargetMode="External"/><Relationship Id="rId17" Type="http://schemas.openxmlformats.org/officeDocument/2006/relationships/hyperlink" Target="mailto:support@mail.support.microsoft.com" TargetMode="External"/><Relationship Id="rId2" Type="http://schemas.openxmlformats.org/officeDocument/2006/relationships/image" Target="../media/image1.png"/><Relationship Id="rId16" Type="http://schemas.openxmlformats.org/officeDocument/2006/relationships/hyperlink" Target="mailto:support@icloud.com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mailto:brucensharonhenry@gmail.com" TargetMode="External"/><Relationship Id="rId11" Type="http://schemas.openxmlformats.org/officeDocument/2006/relationships/hyperlink" Target="mailto:reportphishing@apple.com" TargetMode="External"/><Relationship Id="rId5" Type="http://schemas.openxmlformats.org/officeDocument/2006/relationships/hyperlink" Target="mailto:sean.henry007@outlook.com" TargetMode="External"/><Relationship Id="rId15" Type="http://schemas.openxmlformats.org/officeDocument/2006/relationships/hyperlink" Target="mailto:support@microsoft.com" TargetMode="External"/><Relationship Id="rId10" Type="http://schemas.openxmlformats.org/officeDocument/2006/relationships/hyperlink" Target="mailto:sean.henry007@yahoo.com" TargetMode="External"/><Relationship Id="rId4" Type="http://schemas.openxmlformats.org/officeDocument/2006/relationships/hyperlink" Target="mailto:john.connernoskyned78@gmail.com" TargetMode="External"/><Relationship Id="rId9" Type="http://schemas.openxmlformats.org/officeDocument/2006/relationships/hyperlink" Target="mailto:prosefraudhunters@gmail.com" TargetMode="External"/><Relationship Id="rId14" Type="http://schemas.openxmlformats.org/officeDocument/2006/relationships/hyperlink" Target="mailto:googlebusinessprofile-support@google.com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mailto:brucensharonhenry@gmail.com" TargetMode="External"/><Relationship Id="rId13" Type="http://schemas.openxmlformats.org/officeDocument/2006/relationships/hyperlink" Target="mailto:reportphishing@apple.com" TargetMode="External"/><Relationship Id="rId18" Type="http://schemas.openxmlformats.org/officeDocument/2006/relationships/hyperlink" Target="mailto:support@icloud.com" TargetMode="External"/><Relationship Id="rId3" Type="http://schemas.openxmlformats.org/officeDocument/2006/relationships/hyperlink" Target="mailto:mailer-daemon@googlemail.com" TargetMode="External"/><Relationship Id="rId7" Type="http://schemas.openxmlformats.org/officeDocument/2006/relationships/hyperlink" Target="mailto:sean.henry007@outlook.com" TargetMode="External"/><Relationship Id="rId12" Type="http://schemas.openxmlformats.org/officeDocument/2006/relationships/hyperlink" Target="mailto:sean.henry007@yahoo.com" TargetMode="External"/><Relationship Id="rId17" Type="http://schemas.openxmlformats.org/officeDocument/2006/relationships/hyperlink" Target="mailto:support@microsoft.com" TargetMode="External"/><Relationship Id="rId2" Type="http://schemas.openxmlformats.org/officeDocument/2006/relationships/image" Target="../media/image2.png"/><Relationship Id="rId16" Type="http://schemas.openxmlformats.org/officeDocument/2006/relationships/hyperlink" Target="mailto:googlebusinessprofile-support@google.com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mailto:john.connernoskyned78@gmail.com" TargetMode="External"/><Relationship Id="rId11" Type="http://schemas.openxmlformats.org/officeDocument/2006/relationships/hyperlink" Target="mailto:prosefraudhunters@gmail.com" TargetMode="External"/><Relationship Id="rId5" Type="http://schemas.openxmlformats.org/officeDocument/2006/relationships/hyperlink" Target="mailto:support@sharepoint.com" TargetMode="External"/><Relationship Id="rId15" Type="http://schemas.openxmlformats.org/officeDocument/2006/relationships/hyperlink" Target="mailto:googleone-support@google.com" TargetMode="External"/><Relationship Id="rId10" Type="http://schemas.openxmlformats.org/officeDocument/2006/relationships/hyperlink" Target="mailto:SeanHenry@prosafecyberfraudbountyhunters.com" TargetMode="External"/><Relationship Id="rId19" Type="http://schemas.openxmlformats.org/officeDocument/2006/relationships/hyperlink" Target="mailto:support@mail.support.microsoft.com" TargetMode="External"/><Relationship Id="rId4" Type="http://schemas.openxmlformats.org/officeDocument/2006/relationships/hyperlink" Target="mailto:sean.henry007@gmail.com" TargetMode="External"/><Relationship Id="rId9" Type="http://schemas.openxmlformats.org/officeDocument/2006/relationships/hyperlink" Target="mailto:sean.henry007@icloud.com" TargetMode="External"/><Relationship Id="rId14" Type="http://schemas.openxmlformats.org/officeDocument/2006/relationships/hyperlink" Target="mailto:secure@microsoft.com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mailto:SeanHenry@prosafecyberfraudbountyhunters.com" TargetMode="External"/><Relationship Id="rId13" Type="http://schemas.openxmlformats.org/officeDocument/2006/relationships/hyperlink" Target="mailto:googleone-support@google.com" TargetMode="External"/><Relationship Id="rId18" Type="http://schemas.openxmlformats.org/officeDocument/2006/relationships/hyperlink" Target="mailto:support@sharepoint.com" TargetMode="External"/><Relationship Id="rId3" Type="http://schemas.openxmlformats.org/officeDocument/2006/relationships/hyperlink" Target="mailto:sean.henry007@icloud.com" TargetMode="External"/><Relationship Id="rId7" Type="http://schemas.openxmlformats.org/officeDocument/2006/relationships/hyperlink" Target="mailto:brucensharonhenry@gmail.com" TargetMode="External"/><Relationship Id="rId12" Type="http://schemas.openxmlformats.org/officeDocument/2006/relationships/hyperlink" Target="mailto:secure@microsoft.com" TargetMode="External"/><Relationship Id="rId17" Type="http://schemas.openxmlformats.org/officeDocument/2006/relationships/hyperlink" Target="mailto:support@mail.support.microsoft.com" TargetMode="External"/><Relationship Id="rId2" Type="http://schemas.openxmlformats.org/officeDocument/2006/relationships/image" Target="../media/image2.png"/><Relationship Id="rId16" Type="http://schemas.openxmlformats.org/officeDocument/2006/relationships/hyperlink" Target="mailto:support@icloud.com" TargetMode="Externa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hyperlink" Target="mailto:sean.henry007@outlook.com" TargetMode="External"/><Relationship Id="rId11" Type="http://schemas.openxmlformats.org/officeDocument/2006/relationships/hyperlink" Target="mailto:reportphishing@apple.com" TargetMode="External"/><Relationship Id="rId5" Type="http://schemas.openxmlformats.org/officeDocument/2006/relationships/hyperlink" Target="mailto:john.connernoskyned78@gmail.com" TargetMode="External"/><Relationship Id="rId15" Type="http://schemas.openxmlformats.org/officeDocument/2006/relationships/hyperlink" Target="mailto:support@microsoft.com" TargetMode="External"/><Relationship Id="rId10" Type="http://schemas.openxmlformats.org/officeDocument/2006/relationships/hyperlink" Target="mailto:sean.henry007@yahoo.com" TargetMode="External"/><Relationship Id="rId19" Type="http://schemas.openxmlformats.org/officeDocument/2006/relationships/hyperlink" Target="mailto:noreply@google.com" TargetMode="External"/><Relationship Id="rId4" Type="http://schemas.openxmlformats.org/officeDocument/2006/relationships/hyperlink" Target="mailto:sean.henry007@gmail.com" TargetMode="External"/><Relationship Id="rId9" Type="http://schemas.openxmlformats.org/officeDocument/2006/relationships/hyperlink" Target="mailto:prosefraudhunters@gmail.com" TargetMode="External"/><Relationship Id="rId14" Type="http://schemas.openxmlformats.org/officeDocument/2006/relationships/hyperlink" Target="mailto:googlebusinessprofile-support@google.co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879" y="1300480"/>
            <a:ext cx="7152640" cy="20320"/>
            <a:chOff x="309879" y="1300480"/>
            <a:chExt cx="7152640" cy="20320"/>
          </a:xfrm>
        </p:grpSpPr>
        <p:sp>
          <p:nvSpPr>
            <p:cNvPr id="3" name="object 3"/>
            <p:cNvSpPr/>
            <p:nvPr/>
          </p:nvSpPr>
          <p:spPr>
            <a:xfrm>
              <a:off x="309879" y="1300480"/>
              <a:ext cx="7152640" cy="10160"/>
            </a:xfrm>
            <a:custGeom>
              <a:avLst/>
              <a:gdLst/>
              <a:ahLst/>
              <a:cxnLst/>
              <a:rect l="l" t="t" r="r" b="b"/>
              <a:pathLst>
                <a:path w="7152640" h="10159">
                  <a:moveTo>
                    <a:pt x="715264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7152640" y="10159"/>
                  </a:lnTo>
                  <a:lnTo>
                    <a:pt x="7152640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9879" y="1310640"/>
              <a:ext cx="7152640" cy="10160"/>
            </a:xfrm>
            <a:custGeom>
              <a:avLst/>
              <a:gdLst/>
              <a:ahLst/>
              <a:cxnLst/>
              <a:rect l="l" t="t" r="r" b="b"/>
              <a:pathLst>
                <a:path w="7152640" h="10159">
                  <a:moveTo>
                    <a:pt x="715264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7152640" y="10159"/>
                  </a:lnTo>
                  <a:lnTo>
                    <a:pt x="715264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879" y="1300480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60" h="20319">
                  <a:moveTo>
                    <a:pt x="101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0160" y="1016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52360" y="1300480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19">
                  <a:moveTo>
                    <a:pt x="10160" y="0"/>
                  </a:moveTo>
                  <a:lnTo>
                    <a:pt x="0" y="10160"/>
                  </a:lnTo>
                  <a:lnTo>
                    <a:pt x="0" y="20320"/>
                  </a:lnTo>
                  <a:lnTo>
                    <a:pt x="10160" y="2032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09879" y="1818639"/>
            <a:ext cx="7152640" cy="20320"/>
            <a:chOff x="309879" y="1818639"/>
            <a:chExt cx="7152640" cy="20320"/>
          </a:xfrm>
        </p:grpSpPr>
        <p:sp>
          <p:nvSpPr>
            <p:cNvPr id="8" name="object 8"/>
            <p:cNvSpPr/>
            <p:nvPr/>
          </p:nvSpPr>
          <p:spPr>
            <a:xfrm>
              <a:off x="309879" y="1818639"/>
              <a:ext cx="7152640" cy="10160"/>
            </a:xfrm>
            <a:custGeom>
              <a:avLst/>
              <a:gdLst/>
              <a:ahLst/>
              <a:cxnLst/>
              <a:rect l="l" t="t" r="r" b="b"/>
              <a:pathLst>
                <a:path w="7152640" h="10160">
                  <a:moveTo>
                    <a:pt x="715264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7152640" y="10159"/>
                  </a:lnTo>
                  <a:lnTo>
                    <a:pt x="7152640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9879" y="1828799"/>
              <a:ext cx="7152640" cy="10160"/>
            </a:xfrm>
            <a:custGeom>
              <a:avLst/>
              <a:gdLst/>
              <a:ahLst/>
              <a:cxnLst/>
              <a:rect l="l" t="t" r="r" b="b"/>
              <a:pathLst>
                <a:path w="7152640" h="10160">
                  <a:moveTo>
                    <a:pt x="715264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7152640" y="10159"/>
                  </a:lnTo>
                  <a:lnTo>
                    <a:pt x="715264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9879" y="1818639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60" h="20319">
                  <a:moveTo>
                    <a:pt x="1016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0160" y="1015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52360" y="1818639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19">
                  <a:moveTo>
                    <a:pt x="10160" y="0"/>
                  </a:moveTo>
                  <a:lnTo>
                    <a:pt x="0" y="10159"/>
                  </a:lnTo>
                  <a:lnTo>
                    <a:pt x="0" y="20319"/>
                  </a:lnTo>
                  <a:lnTo>
                    <a:pt x="10160" y="2031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09879" y="9469119"/>
            <a:ext cx="7152640" cy="20320"/>
            <a:chOff x="309879" y="9469119"/>
            <a:chExt cx="7152640" cy="20320"/>
          </a:xfrm>
        </p:grpSpPr>
        <p:sp>
          <p:nvSpPr>
            <p:cNvPr id="13" name="object 13"/>
            <p:cNvSpPr/>
            <p:nvPr/>
          </p:nvSpPr>
          <p:spPr>
            <a:xfrm>
              <a:off x="309879" y="9469119"/>
              <a:ext cx="7152640" cy="10160"/>
            </a:xfrm>
            <a:custGeom>
              <a:avLst/>
              <a:gdLst/>
              <a:ahLst/>
              <a:cxnLst/>
              <a:rect l="l" t="t" r="r" b="b"/>
              <a:pathLst>
                <a:path w="7152640" h="10159">
                  <a:moveTo>
                    <a:pt x="715264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7152640" y="10159"/>
                  </a:lnTo>
                  <a:lnTo>
                    <a:pt x="7152640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9879" y="9479279"/>
              <a:ext cx="7152640" cy="10160"/>
            </a:xfrm>
            <a:custGeom>
              <a:avLst/>
              <a:gdLst/>
              <a:ahLst/>
              <a:cxnLst/>
              <a:rect l="l" t="t" r="r" b="b"/>
              <a:pathLst>
                <a:path w="7152640" h="10159">
                  <a:moveTo>
                    <a:pt x="715264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7152640" y="10160"/>
                  </a:lnTo>
                  <a:lnTo>
                    <a:pt x="715264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9879" y="9469119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60" h="20320">
                  <a:moveTo>
                    <a:pt x="10160" y="0"/>
                  </a:moveTo>
                  <a:lnTo>
                    <a:pt x="0" y="0"/>
                  </a:lnTo>
                  <a:lnTo>
                    <a:pt x="0" y="20319"/>
                  </a:lnTo>
                  <a:lnTo>
                    <a:pt x="10160" y="1015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52360" y="9469119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10160" y="0"/>
                  </a:moveTo>
                  <a:lnTo>
                    <a:pt x="0" y="10159"/>
                  </a:lnTo>
                  <a:lnTo>
                    <a:pt x="0" y="20319"/>
                  </a:lnTo>
                  <a:lnTo>
                    <a:pt x="10160" y="2031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879" y="589280"/>
            <a:ext cx="1452880" cy="59944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007330" y="820420"/>
            <a:ext cx="446849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90" dirty="0">
                <a:latin typeface="Trebuchet MS"/>
                <a:cs typeface="Trebuchet MS"/>
              </a:rPr>
              <a:t>Sean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80" dirty="0">
                <a:latin typeface="Trebuchet MS"/>
                <a:cs typeface="Trebuchet MS"/>
              </a:rPr>
              <a:t>Henry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75" dirty="0">
                <a:latin typeface="Trebuchet MS"/>
                <a:cs typeface="Trebuchet MS"/>
              </a:rPr>
              <a:t>(#CyberFraudBountyHunters)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65" dirty="0">
                <a:latin typeface="Trebuchet MS"/>
                <a:cs typeface="Trebuchet MS"/>
              </a:rPr>
              <a:t>&lt;</a:t>
            </a:r>
            <a:r>
              <a:rPr sz="950" spc="65" dirty="0">
                <a:latin typeface="Trebuchet MS"/>
                <a:cs typeface="Trebuchet MS"/>
                <a:hlinkClick r:id="rId3"/>
              </a:rPr>
              <a:t>sean.henry007@gmail.com</a:t>
            </a:r>
            <a:r>
              <a:rPr sz="950" spc="65" dirty="0">
                <a:latin typeface="Trebuchet MS"/>
                <a:cs typeface="Trebuchet MS"/>
              </a:rPr>
              <a:t>&gt;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7179" y="1368383"/>
            <a:ext cx="7178675" cy="78574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250" spc="45" dirty="0">
                <a:latin typeface="Trebuchet MS"/>
                <a:cs typeface="Trebuchet MS"/>
              </a:rPr>
              <a:t>Digital</a:t>
            </a:r>
            <a:r>
              <a:rPr sz="1250" spc="-80" dirty="0">
                <a:latin typeface="Trebuchet MS"/>
                <a:cs typeface="Trebuchet MS"/>
              </a:rPr>
              <a:t> </a:t>
            </a:r>
            <a:r>
              <a:rPr sz="1250" spc="70" dirty="0">
                <a:latin typeface="Trebuchet MS"/>
                <a:cs typeface="Trebuchet MS"/>
              </a:rPr>
              <a:t>American</a:t>
            </a:r>
            <a:r>
              <a:rPr sz="1250" spc="-80" dirty="0">
                <a:latin typeface="Trebuchet MS"/>
                <a:cs typeface="Trebuchet MS"/>
              </a:rPr>
              <a:t> </a:t>
            </a:r>
            <a:r>
              <a:rPr sz="1250" spc="105" dirty="0">
                <a:latin typeface="Trebuchet MS"/>
                <a:cs typeface="Trebuchet MS"/>
              </a:rPr>
              <a:t>Human</a:t>
            </a:r>
            <a:r>
              <a:rPr sz="1250" spc="-80" dirty="0">
                <a:latin typeface="Trebuchet MS"/>
                <a:cs typeface="Trebuchet MS"/>
              </a:rPr>
              <a:t> </a:t>
            </a:r>
            <a:r>
              <a:rPr sz="1250" spc="75" dirty="0">
                <a:latin typeface="Trebuchet MS"/>
                <a:cs typeface="Trebuchet MS"/>
              </a:rPr>
              <a:t>Prisoner</a:t>
            </a:r>
            <a:r>
              <a:rPr sz="1250" spc="-80" dirty="0">
                <a:latin typeface="Trebuchet MS"/>
                <a:cs typeface="Trebuchet MS"/>
              </a:rPr>
              <a:t> </a:t>
            </a:r>
            <a:r>
              <a:rPr sz="1250" spc="60" dirty="0">
                <a:latin typeface="Trebuchet MS"/>
                <a:cs typeface="Trebuchet MS"/>
              </a:rPr>
              <a:t>&amp;</a:t>
            </a:r>
            <a:r>
              <a:rPr sz="1250" spc="-80" dirty="0">
                <a:latin typeface="Trebuchet MS"/>
                <a:cs typeface="Trebuchet MS"/>
              </a:rPr>
              <a:t> </a:t>
            </a:r>
            <a:r>
              <a:rPr sz="1250" spc="80" dirty="0">
                <a:latin typeface="Trebuchet MS"/>
                <a:cs typeface="Trebuchet MS"/>
              </a:rPr>
              <a:t>Slave</a:t>
            </a:r>
            <a:r>
              <a:rPr sz="1250" spc="-80" dirty="0">
                <a:latin typeface="Trebuchet MS"/>
                <a:cs typeface="Trebuchet MS"/>
              </a:rPr>
              <a:t> </a:t>
            </a:r>
            <a:r>
              <a:rPr sz="1250" spc="50" dirty="0">
                <a:latin typeface="Trebuchet MS"/>
                <a:cs typeface="Trebuchet MS"/>
              </a:rPr>
              <a:t>to</a:t>
            </a:r>
            <a:r>
              <a:rPr sz="1250" spc="-80" dirty="0">
                <a:latin typeface="Trebuchet MS"/>
                <a:cs typeface="Trebuchet MS"/>
              </a:rPr>
              <a:t> </a:t>
            </a:r>
            <a:r>
              <a:rPr sz="1250" spc="85" dirty="0">
                <a:latin typeface="Trebuchet MS"/>
                <a:cs typeface="Trebuchet MS"/>
              </a:rPr>
              <a:t>a</a:t>
            </a:r>
            <a:r>
              <a:rPr sz="1250" spc="-80" dirty="0">
                <a:latin typeface="Trebuchet MS"/>
                <a:cs typeface="Trebuchet MS"/>
              </a:rPr>
              <a:t> </a:t>
            </a:r>
            <a:r>
              <a:rPr sz="1250" spc="70" dirty="0">
                <a:latin typeface="Trebuchet MS"/>
                <a:cs typeface="Trebuchet MS"/>
              </a:rPr>
              <a:t>Sinister</a:t>
            </a:r>
            <a:r>
              <a:rPr sz="1250" spc="-80" dirty="0">
                <a:latin typeface="Trebuchet MS"/>
                <a:cs typeface="Trebuchet MS"/>
              </a:rPr>
              <a:t> </a:t>
            </a:r>
            <a:r>
              <a:rPr sz="1250" spc="100" dirty="0">
                <a:latin typeface="Trebuchet MS"/>
                <a:cs typeface="Trebuchet MS"/>
              </a:rPr>
              <a:t>Rogue</a:t>
            </a:r>
            <a:r>
              <a:rPr sz="1250" spc="-80" dirty="0">
                <a:latin typeface="Trebuchet MS"/>
                <a:cs typeface="Trebuchet MS"/>
              </a:rPr>
              <a:t> </a:t>
            </a:r>
            <a:r>
              <a:rPr sz="1250" spc="65" dirty="0">
                <a:latin typeface="Trebuchet MS"/>
                <a:cs typeface="Trebuchet MS"/>
              </a:rPr>
              <a:t>Frankenstein</a:t>
            </a:r>
            <a:r>
              <a:rPr sz="1250" spc="-80" dirty="0">
                <a:latin typeface="Trebuchet MS"/>
                <a:cs typeface="Trebuchet MS"/>
              </a:rPr>
              <a:t> </a:t>
            </a:r>
            <a:r>
              <a:rPr sz="1250" spc="110" dirty="0">
                <a:latin typeface="Trebuchet MS"/>
                <a:cs typeface="Trebuchet MS"/>
              </a:rPr>
              <a:t>AI</a:t>
            </a:r>
            <a:r>
              <a:rPr sz="1250" spc="-80" dirty="0">
                <a:latin typeface="Trebuchet MS"/>
                <a:cs typeface="Trebuchet MS"/>
              </a:rPr>
              <a:t> </a:t>
            </a:r>
            <a:r>
              <a:rPr sz="1250" spc="75" dirty="0">
                <a:latin typeface="Trebuchet MS"/>
                <a:cs typeface="Trebuchet MS"/>
              </a:rPr>
              <a:t>Virus</a:t>
            </a: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950" spc="114" dirty="0">
                <a:latin typeface="Trebuchet MS"/>
                <a:cs typeface="Trebuchet MS"/>
              </a:rPr>
              <a:t>4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messages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05300"/>
              </a:lnSpc>
              <a:tabLst>
                <a:tab pos="5814695" algn="l"/>
              </a:tabLst>
            </a:pPr>
            <a:r>
              <a:rPr sz="950" spc="90" dirty="0">
                <a:latin typeface="Trebuchet MS"/>
                <a:cs typeface="Trebuchet MS"/>
              </a:rPr>
              <a:t>Sean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80" dirty="0">
                <a:latin typeface="Trebuchet MS"/>
                <a:cs typeface="Trebuchet MS"/>
              </a:rPr>
              <a:t>Henry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&lt;</a:t>
            </a:r>
            <a:r>
              <a:rPr sz="950" spc="-10" dirty="0">
                <a:latin typeface="Trebuchet MS"/>
                <a:cs typeface="Trebuchet MS"/>
                <a:hlinkClick r:id="rId3"/>
              </a:rPr>
              <a:t>sean.henry007@gmail.com</a:t>
            </a:r>
            <a:r>
              <a:rPr sz="950" spc="-10" dirty="0">
                <a:latin typeface="Trebuchet MS"/>
                <a:cs typeface="Trebuchet MS"/>
              </a:rPr>
              <a:t>&gt;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10" dirty="0">
                <a:latin typeface="Trebuchet MS"/>
                <a:cs typeface="Trebuchet MS"/>
              </a:rPr>
              <a:t>Mon,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Mar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10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3:07</a:t>
            </a:r>
            <a:r>
              <a:rPr sz="950" spc="-125" dirty="0">
                <a:latin typeface="Trebuchet MS"/>
                <a:cs typeface="Trebuchet MS"/>
              </a:rPr>
              <a:t> </a:t>
            </a:r>
            <a:r>
              <a:rPr sz="950" spc="90" dirty="0">
                <a:latin typeface="Trebuchet MS"/>
                <a:cs typeface="Trebuchet MS"/>
              </a:rPr>
              <a:t>AM </a:t>
            </a:r>
            <a:r>
              <a:rPr sz="950" spc="-10" dirty="0">
                <a:latin typeface="Trebuchet MS"/>
                <a:cs typeface="Trebuchet MS"/>
              </a:rPr>
              <a:t>To:</a:t>
            </a:r>
            <a:r>
              <a:rPr sz="950" spc="31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3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Henry</a:t>
            </a:r>
            <a:r>
              <a:rPr sz="950" spc="3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(#CyberFraudBountyHunters)</a:t>
            </a:r>
            <a:r>
              <a:rPr sz="950" spc="3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&lt;</a:t>
            </a:r>
            <a:r>
              <a:rPr sz="950" dirty="0">
                <a:latin typeface="Trebuchet MS"/>
                <a:cs typeface="Trebuchet MS"/>
                <a:hlinkClick r:id="rId3"/>
              </a:rPr>
              <a:t>sean.henry007@gmail.com</a:t>
            </a:r>
            <a:r>
              <a:rPr sz="950" dirty="0">
                <a:latin typeface="Trebuchet MS"/>
                <a:cs typeface="Trebuchet MS"/>
              </a:rPr>
              <a:t>&gt;,</a:t>
            </a:r>
            <a:r>
              <a:rPr sz="950" spc="31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3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Bruce</a:t>
            </a:r>
            <a:r>
              <a:rPr sz="950" spc="3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Henry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latin typeface="Trebuchet MS"/>
                <a:cs typeface="Trebuchet MS"/>
                <a:hlinkClick r:id="rId4"/>
              </a:rPr>
              <a:t>john.connernoskyned78@gmail.com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Bruce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Henry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latin typeface="Trebuchet MS"/>
                <a:cs typeface="Trebuchet MS"/>
                <a:hlinkClick r:id="rId5"/>
              </a:rPr>
              <a:t>sean.henry007@outlook.com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45" dirty="0">
                <a:latin typeface="Trebuchet MS"/>
                <a:cs typeface="Trebuchet MS"/>
              </a:rPr>
              <a:t> SeanHenry </a:t>
            </a:r>
            <a:r>
              <a:rPr sz="950" spc="30" dirty="0">
                <a:latin typeface="Trebuchet MS"/>
                <a:cs typeface="Trebuchet MS"/>
              </a:rPr>
              <a:t>Bruce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Henry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latin typeface="Trebuchet MS"/>
                <a:cs typeface="Trebuchet MS"/>
                <a:hlinkClick r:id="rId6"/>
              </a:rPr>
              <a:t>brucensharonhenry@gmail.com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Bruce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Henry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latin typeface="Trebuchet MS"/>
                <a:cs typeface="Trebuchet MS"/>
                <a:hlinkClick r:id="rId7"/>
              </a:rPr>
              <a:t>sean.henry007@icloud.com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Bruce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Henry</a:t>
            </a:r>
            <a:endParaRPr sz="950">
              <a:latin typeface="Trebuchet MS"/>
              <a:cs typeface="Trebuchet MS"/>
            </a:endParaRPr>
          </a:p>
          <a:p>
            <a:pPr marL="12700" marR="262890">
              <a:lnSpc>
                <a:spcPct val="105300"/>
              </a:lnSpc>
            </a:pPr>
            <a:r>
              <a:rPr sz="950" dirty="0">
                <a:latin typeface="Trebuchet MS"/>
                <a:cs typeface="Trebuchet MS"/>
              </a:rPr>
              <a:t>&lt;</a:t>
            </a:r>
            <a:r>
              <a:rPr sz="950" dirty="0">
                <a:latin typeface="Trebuchet MS"/>
                <a:cs typeface="Trebuchet MS"/>
                <a:hlinkClick r:id="rId8"/>
              </a:rPr>
              <a:t>SeanHenry@prosafecyberfraudbountyhunters.com</a:t>
            </a:r>
            <a:r>
              <a:rPr sz="950" dirty="0">
                <a:latin typeface="Trebuchet MS"/>
                <a:cs typeface="Trebuchet MS"/>
              </a:rPr>
              <a:t>&gt;,</a:t>
            </a:r>
            <a:r>
              <a:rPr sz="950" spc="49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49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Bruce</a:t>
            </a:r>
            <a:r>
              <a:rPr sz="950" spc="49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Henry</a:t>
            </a:r>
            <a:r>
              <a:rPr sz="950" spc="105" dirty="0">
                <a:latin typeface="Trebuchet MS"/>
                <a:cs typeface="Trebuchet MS"/>
              </a:rPr>
              <a:t>  </a:t>
            </a:r>
            <a:r>
              <a:rPr sz="950" dirty="0">
                <a:latin typeface="Trebuchet MS"/>
                <a:cs typeface="Trebuchet MS"/>
              </a:rPr>
              <a:t>&lt;</a:t>
            </a:r>
            <a:r>
              <a:rPr sz="950" dirty="0">
                <a:latin typeface="Trebuchet MS"/>
                <a:cs typeface="Trebuchet MS"/>
                <a:hlinkClick r:id="rId9"/>
              </a:rPr>
              <a:t>prosefraudhunters@gmail.com</a:t>
            </a:r>
            <a:r>
              <a:rPr sz="950" dirty="0">
                <a:latin typeface="Trebuchet MS"/>
                <a:cs typeface="Trebuchet MS"/>
              </a:rPr>
              <a:t>&gt;,</a:t>
            </a:r>
            <a:r>
              <a:rPr sz="950" spc="49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105" dirty="0">
                <a:latin typeface="Trebuchet MS"/>
                <a:cs typeface="Trebuchet MS"/>
              </a:rPr>
              <a:t>  </a:t>
            </a:r>
            <a:r>
              <a:rPr sz="950" spc="-10" dirty="0">
                <a:latin typeface="Trebuchet MS"/>
                <a:cs typeface="Trebuchet MS"/>
              </a:rPr>
              <a:t>Henry </a:t>
            </a:r>
            <a:r>
              <a:rPr sz="950" spc="30" dirty="0">
                <a:latin typeface="Trebuchet MS"/>
                <a:cs typeface="Trebuchet MS"/>
              </a:rPr>
              <a:t>(#CyberFraudBountyHunters)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latin typeface="Trebuchet MS"/>
                <a:cs typeface="Trebuchet MS"/>
                <a:hlinkClick r:id="rId10"/>
              </a:rPr>
              <a:t>sean.henry007@yahoo.com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Report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Phishing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At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Apple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&lt;</a:t>
            </a:r>
            <a:r>
              <a:rPr sz="950" spc="-10" dirty="0">
                <a:latin typeface="Trebuchet MS"/>
                <a:cs typeface="Trebuchet MS"/>
                <a:hlinkClick r:id="rId11"/>
              </a:rPr>
              <a:t>reportphishing@apple.com</a:t>
            </a:r>
            <a:r>
              <a:rPr sz="950" spc="-10" dirty="0">
                <a:latin typeface="Trebuchet MS"/>
                <a:cs typeface="Trebuchet MS"/>
              </a:rPr>
              <a:t>&gt;,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Microsoft Security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Response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Center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latin typeface="Trebuchet MS"/>
                <a:cs typeface="Trebuchet MS"/>
                <a:hlinkClick r:id="rId12"/>
              </a:rPr>
              <a:t>secure@microsoft.com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Googleone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Support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&lt;</a:t>
            </a:r>
            <a:r>
              <a:rPr sz="950" spc="55" dirty="0">
                <a:latin typeface="Trebuchet MS"/>
                <a:cs typeface="Trebuchet MS"/>
                <a:hlinkClick r:id="rId13"/>
              </a:rPr>
              <a:t>googleone-</a:t>
            </a:r>
            <a:r>
              <a:rPr sz="950" spc="-10" dirty="0">
                <a:latin typeface="Trebuchet MS"/>
                <a:cs typeface="Trebuchet MS"/>
                <a:hlinkClick r:id="rId13"/>
              </a:rPr>
              <a:t>support@google.com</a:t>
            </a:r>
            <a:r>
              <a:rPr sz="950" spc="-10" dirty="0">
                <a:latin typeface="Trebuchet MS"/>
                <a:cs typeface="Trebuchet MS"/>
              </a:rPr>
              <a:t>&gt;,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Googlebusinessprofile</a:t>
            </a:r>
            <a:r>
              <a:rPr sz="950" spc="28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Support</a:t>
            </a:r>
            <a:r>
              <a:rPr sz="950" spc="29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latin typeface="Trebuchet MS"/>
                <a:cs typeface="Trebuchet MS"/>
                <a:hlinkClick r:id="rId14"/>
              </a:rPr>
              <a:t>googlebusinessprofile-support@google.com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29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Support</a:t>
            </a:r>
            <a:r>
              <a:rPr sz="950" spc="29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&lt;</a:t>
            </a:r>
            <a:r>
              <a:rPr sz="950" spc="-10" dirty="0">
                <a:latin typeface="Trebuchet MS"/>
                <a:cs typeface="Trebuchet MS"/>
                <a:hlinkClick r:id="rId15"/>
              </a:rPr>
              <a:t>support@microsoft.com</a:t>
            </a:r>
            <a:r>
              <a:rPr sz="950" spc="-10" dirty="0">
                <a:latin typeface="Trebuchet MS"/>
                <a:cs typeface="Trebuchet MS"/>
              </a:rPr>
              <a:t>&gt;,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latin typeface="Trebuchet MS"/>
                <a:cs typeface="Trebuchet MS"/>
                <a:hlinkClick r:id="rId16"/>
              </a:rPr>
              <a:t>support@icloud.com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16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Kathrine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F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&lt;</a:t>
            </a:r>
            <a:r>
              <a:rPr sz="950" spc="20" dirty="0">
                <a:latin typeface="Trebuchet MS"/>
                <a:cs typeface="Trebuchet MS"/>
                <a:hlinkClick r:id="rId17"/>
              </a:rPr>
              <a:t>support@mail.support.microsoft.com</a:t>
            </a:r>
            <a:r>
              <a:rPr sz="950" spc="20" dirty="0">
                <a:latin typeface="Trebuchet MS"/>
                <a:cs typeface="Trebuchet MS"/>
              </a:rPr>
              <a:t>&gt;,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&lt;</a:t>
            </a:r>
            <a:r>
              <a:rPr sz="950" spc="-10" dirty="0">
                <a:latin typeface="Trebuchet MS"/>
                <a:cs typeface="Trebuchet MS"/>
                <a:hlinkClick r:id="rId18"/>
              </a:rPr>
              <a:t>support@sharepoint.com</a:t>
            </a:r>
            <a:r>
              <a:rPr sz="950" spc="-10" dirty="0">
                <a:latin typeface="Trebuchet MS"/>
                <a:cs typeface="Trebuchet MS"/>
              </a:rPr>
              <a:t>&gt;</a:t>
            </a:r>
            <a:endParaRPr sz="950">
              <a:latin typeface="Trebuchet MS"/>
              <a:cs typeface="Trebuchet MS"/>
            </a:endParaRPr>
          </a:p>
          <a:p>
            <a:pPr marL="134620" marR="133985">
              <a:lnSpc>
                <a:spcPct val="105300"/>
              </a:lnSpc>
              <a:spcBef>
                <a:spcPts val="960"/>
              </a:spcBef>
            </a:pPr>
            <a:r>
              <a:rPr sz="950" spc="10" dirty="0">
                <a:latin typeface="Trebuchet MS"/>
                <a:cs typeface="Trebuchet MS"/>
              </a:rPr>
              <a:t>I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wish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to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Report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Identity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Theft,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Abuse,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Cyber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Fraud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from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Sinister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Rogue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Frankenstein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AI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Virus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Bot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that’s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been </a:t>
            </a:r>
            <a:r>
              <a:rPr sz="950" spc="10" dirty="0">
                <a:latin typeface="Trebuchet MS"/>
                <a:cs typeface="Trebuchet MS"/>
              </a:rPr>
              <a:t>hidden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in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iPhone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specifically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in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all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of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Google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Accounts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Samsung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Microsoft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Apple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who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knows </a:t>
            </a:r>
            <a:r>
              <a:rPr sz="950" spc="10" dirty="0">
                <a:latin typeface="Trebuchet MS"/>
                <a:cs typeface="Trebuchet MS"/>
              </a:rPr>
              <a:t>where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else…..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real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evidence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attached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showing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that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Sinister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Self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Hacking</a:t>
            </a:r>
            <a:r>
              <a:rPr sz="950" spc="55" dirty="0">
                <a:latin typeface="Trebuchet MS"/>
                <a:cs typeface="Trebuchet MS"/>
              </a:rPr>
              <a:t> Rogue </a:t>
            </a:r>
            <a:r>
              <a:rPr sz="950" spc="10" dirty="0">
                <a:latin typeface="Trebuchet MS"/>
                <a:cs typeface="Trebuchet MS"/>
              </a:rPr>
              <a:t>Frankenstein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AI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Virus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Bot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is </a:t>
            </a:r>
            <a:r>
              <a:rPr sz="950" dirty="0">
                <a:latin typeface="Trebuchet MS"/>
                <a:cs typeface="Trebuchet MS"/>
              </a:rPr>
              <a:t>shown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WhatsApp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spc="65" dirty="0">
                <a:latin typeface="Trebuchet MS"/>
                <a:cs typeface="Trebuchet MS"/>
              </a:rPr>
              <a:t>access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WhatsApp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prevent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from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linking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my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new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phone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preventing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spc="25" dirty="0">
                <a:latin typeface="Trebuchet MS"/>
                <a:cs typeface="Trebuchet MS"/>
              </a:rPr>
              <a:t>2 </a:t>
            </a:r>
            <a:r>
              <a:rPr sz="950" dirty="0">
                <a:latin typeface="Trebuchet MS"/>
                <a:cs typeface="Trebuchet MS"/>
              </a:rPr>
              <a:t>factor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recovery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code?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And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explains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I’m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not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getting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75" dirty="0">
                <a:latin typeface="Trebuchet MS"/>
                <a:cs typeface="Trebuchet MS"/>
              </a:rPr>
              <a:t>2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factors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3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iPhones?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also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know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exactly </a:t>
            </a:r>
            <a:r>
              <a:rPr sz="950" spc="20" dirty="0">
                <a:latin typeface="Trebuchet MS"/>
                <a:cs typeface="Trebuchet MS"/>
              </a:rPr>
              <a:t>who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responsible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when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by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whom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had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allegedly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implanted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this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Rogue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Frankenstein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AI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Virus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Bot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into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my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primary </a:t>
            </a:r>
            <a:r>
              <a:rPr sz="950" dirty="0">
                <a:latin typeface="Trebuchet MS"/>
                <a:cs typeface="Trebuchet MS"/>
              </a:rPr>
              <a:t>Gmail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account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05/10/2024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from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opposing </a:t>
            </a:r>
            <a:r>
              <a:rPr sz="950" dirty="0">
                <a:latin typeface="Trebuchet MS"/>
                <a:cs typeface="Trebuchet MS"/>
              </a:rPr>
              <a:t>law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firm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with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court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ordered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required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“Shared”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75" dirty="0">
                <a:latin typeface="Trebuchet MS"/>
                <a:cs typeface="Trebuchet MS"/>
              </a:rPr>
              <a:t>PDF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&amp;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Word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document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that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was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shared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via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Gmail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between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plaintiffs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defendants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where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Frankenstein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AI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Virus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Bot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started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its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Cyber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Terrorism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Identity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Theft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because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from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my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now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hacked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(still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hacked)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Gmail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account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it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traversed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itself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leaping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from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device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devices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via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WiFi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Bluetooth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“AutiPilot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Self-Hacking”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“Self-Tethering”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nearby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devices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phones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WiFi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networks…..Workibg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it’s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sinister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way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thru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obviously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working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its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way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through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my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Gmail, </a:t>
            </a:r>
            <a:r>
              <a:rPr sz="950" spc="10" dirty="0">
                <a:latin typeface="Trebuchet MS"/>
                <a:cs typeface="Trebuchet MS"/>
              </a:rPr>
              <a:t>Into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my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Adobe,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then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into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Microsoft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Apple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account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stealing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impersonating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my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seceded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father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of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3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years </a:t>
            </a:r>
            <a:r>
              <a:rPr sz="950" spc="10" dirty="0">
                <a:latin typeface="Trebuchet MS"/>
                <a:cs typeface="Trebuchet MS"/>
              </a:rPr>
              <a:t>Gmail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account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Apple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also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take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over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Corbin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of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my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Disabled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Autistic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Vulnerable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Adult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Brother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who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am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also </a:t>
            </a:r>
            <a:r>
              <a:rPr sz="950" dirty="0">
                <a:latin typeface="Trebuchet MS"/>
                <a:cs typeface="Trebuchet MS"/>
              </a:rPr>
              <a:t>Legal</a:t>
            </a:r>
            <a:r>
              <a:rPr sz="950" spc="1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Guardian</a:t>
            </a:r>
            <a:r>
              <a:rPr sz="950" spc="15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950">
              <a:latin typeface="Trebuchet MS"/>
              <a:cs typeface="Trebuchet MS"/>
            </a:endParaRPr>
          </a:p>
          <a:p>
            <a:pPr marL="134620" marR="202565">
              <a:lnSpc>
                <a:spcPct val="105300"/>
              </a:lnSpc>
            </a:pPr>
            <a:r>
              <a:rPr sz="950" dirty="0">
                <a:latin typeface="Trebuchet MS"/>
                <a:cs typeface="Trebuchet MS"/>
              </a:rPr>
              <a:t>From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there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it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proceeded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take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control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all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my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accounts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devices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since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08/10/2024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where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then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it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imprisoned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me </a:t>
            </a:r>
            <a:r>
              <a:rPr sz="950" spc="10" dirty="0">
                <a:latin typeface="Trebuchet MS"/>
                <a:cs typeface="Trebuchet MS"/>
              </a:rPr>
              <a:t>on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Dark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Web </a:t>
            </a:r>
            <a:r>
              <a:rPr sz="950" spc="10" dirty="0">
                <a:latin typeface="Trebuchet MS"/>
                <a:cs typeface="Trebuchet MS"/>
              </a:rPr>
              <a:t>on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Military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Cycled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daily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Forced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“DownTime”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every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evening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from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10pm-</a:t>
            </a:r>
            <a:r>
              <a:rPr sz="950" spc="10" dirty="0">
                <a:latin typeface="Trebuchet MS"/>
                <a:cs typeface="Trebuchet MS"/>
              </a:rPr>
              <a:t>7am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restricting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my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1st </a:t>
            </a:r>
            <a:r>
              <a:rPr sz="950" spc="10" dirty="0">
                <a:latin typeface="Trebuchet MS"/>
                <a:cs typeface="Trebuchet MS"/>
              </a:rPr>
              <a:t>Amendment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Rights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to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Report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Cyber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Terrorism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hacking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of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all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my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controls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exploiting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Parental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Controls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then </a:t>
            </a:r>
            <a:r>
              <a:rPr sz="950" spc="20" dirty="0">
                <a:latin typeface="Trebuchet MS"/>
                <a:cs typeface="Trebuchet MS"/>
              </a:rPr>
              <a:t>locking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the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settings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with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Apple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Web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Defeloper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credentials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or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locking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Google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Settings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working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Google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75" dirty="0">
                <a:latin typeface="Trebuchet MS"/>
                <a:cs typeface="Trebuchet MS"/>
              </a:rPr>
              <a:t>Ads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services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or </a:t>
            </a:r>
            <a:r>
              <a:rPr sz="950" dirty="0">
                <a:latin typeface="Trebuchet MS"/>
                <a:cs typeface="Trebuchet MS"/>
              </a:rPr>
              <a:t>Google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Admin….making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60" dirty="0">
                <a:latin typeface="Trebuchet MS"/>
                <a:cs typeface="Trebuchet MS"/>
              </a:rPr>
              <a:t>1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World’s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unnoticed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Muzzled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65" dirty="0">
                <a:latin typeface="Trebuchet MS"/>
                <a:cs typeface="Trebuchet MS"/>
              </a:rPr>
              <a:t>Gagged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AI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Digital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Hunan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Prisoner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Dark </a:t>
            </a:r>
            <a:r>
              <a:rPr sz="950" spc="50" dirty="0">
                <a:latin typeface="Trebuchet MS"/>
                <a:cs typeface="Trebuchet MS"/>
              </a:rPr>
              <a:t>Web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Data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Prison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Camp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ever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since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07/10/2024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65" dirty="0">
                <a:latin typeface="Trebuchet MS"/>
                <a:cs typeface="Trebuchet MS"/>
              </a:rPr>
              <a:t>as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85" dirty="0">
                <a:latin typeface="Trebuchet MS"/>
                <a:cs typeface="Trebuchet MS"/>
              </a:rPr>
              <a:t>POW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Digital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Human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Slave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Prisoner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Rogue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Frankenstein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AI </a:t>
            </a:r>
            <a:r>
              <a:rPr sz="950" spc="10" dirty="0">
                <a:latin typeface="Trebuchet MS"/>
                <a:cs typeface="Trebuchet MS"/>
              </a:rPr>
              <a:t>Virus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Bot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infected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electronics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all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tech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platforms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accounts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secretly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where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can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identity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EXACTLY </a:t>
            </a:r>
            <a:r>
              <a:rPr sz="950" spc="100" dirty="0">
                <a:latin typeface="Trebuchet MS"/>
                <a:cs typeface="Trebuchet MS"/>
              </a:rPr>
              <a:t>WHO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implanted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since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started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from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shared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decent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from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opposing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law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firm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Civil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case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I’m </a:t>
            </a:r>
            <a:r>
              <a:rPr sz="950" dirty="0">
                <a:latin typeface="Trebuchet MS"/>
                <a:cs typeface="Trebuchet MS"/>
              </a:rPr>
              <a:t>involved</a:t>
            </a:r>
            <a:r>
              <a:rPr sz="950" spc="1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with!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950">
              <a:latin typeface="Trebuchet MS"/>
              <a:cs typeface="Trebuchet MS"/>
            </a:endParaRPr>
          </a:p>
          <a:p>
            <a:pPr marL="134620" marR="200660">
              <a:lnSpc>
                <a:spcPct val="105300"/>
              </a:lnSpc>
            </a:pPr>
            <a:r>
              <a:rPr sz="950" spc="10" dirty="0">
                <a:latin typeface="Trebuchet MS"/>
                <a:cs typeface="Trebuchet MS"/>
              </a:rPr>
              <a:t>Please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help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me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Escape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Dark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Web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Prison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finally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get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this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Hunan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Rights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Violating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Rogue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Frankenstein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AI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Virus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Bot </a:t>
            </a:r>
            <a:r>
              <a:rPr sz="950" spc="10" dirty="0">
                <a:latin typeface="Trebuchet MS"/>
                <a:cs typeface="Trebuchet MS"/>
              </a:rPr>
              <a:t>out</a:t>
            </a:r>
            <a:r>
              <a:rPr sz="950" spc="9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of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my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electronics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Google,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Microsoft,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and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Apple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accounts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please?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950">
              <a:latin typeface="Trebuchet MS"/>
              <a:cs typeface="Trebuchet MS"/>
            </a:endParaRPr>
          </a:p>
          <a:p>
            <a:pPr marL="134620">
              <a:lnSpc>
                <a:spcPct val="100000"/>
              </a:lnSpc>
            </a:pPr>
            <a:r>
              <a:rPr sz="950" spc="-10" dirty="0">
                <a:latin typeface="Trebuchet MS"/>
                <a:cs typeface="Trebuchet MS"/>
              </a:rPr>
              <a:t>Thanks,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950">
              <a:latin typeface="Trebuchet MS"/>
              <a:cs typeface="Trebuchet MS"/>
            </a:endParaRPr>
          </a:p>
          <a:p>
            <a:pPr marL="134620" marR="6104890">
              <a:lnSpc>
                <a:spcPct val="105300"/>
              </a:lnSpc>
              <a:spcBef>
                <a:spcPts val="5"/>
              </a:spcBef>
            </a:pPr>
            <a:r>
              <a:rPr sz="950" spc="55" dirty="0">
                <a:latin typeface="Trebuchet MS"/>
                <a:cs typeface="Trebuchet MS"/>
              </a:rPr>
              <a:t>Sean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Henry </a:t>
            </a:r>
            <a:r>
              <a:rPr sz="950" spc="50" dirty="0">
                <a:latin typeface="Trebuchet MS"/>
                <a:cs typeface="Trebuchet MS"/>
              </a:rPr>
              <a:t>(651)-</a:t>
            </a:r>
            <a:r>
              <a:rPr sz="950" spc="55" dirty="0">
                <a:latin typeface="Trebuchet MS"/>
                <a:cs typeface="Trebuchet MS"/>
              </a:rPr>
              <a:t>592-</a:t>
            </a:r>
            <a:r>
              <a:rPr sz="950" spc="45" dirty="0">
                <a:latin typeface="Trebuchet MS"/>
                <a:cs typeface="Trebuchet MS"/>
              </a:rPr>
              <a:t>8421</a:t>
            </a:r>
            <a:endParaRPr sz="950">
              <a:latin typeface="Trebuchet MS"/>
              <a:cs typeface="Trebuchet MS"/>
            </a:endParaRPr>
          </a:p>
          <a:p>
            <a:pPr marL="134620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solidFill>
                  <a:srgbClr val="0000EE"/>
                </a:solidFill>
                <a:latin typeface="Trebuchet MS"/>
                <a:cs typeface="Trebuchet MS"/>
                <a:hlinkClick r:id="rId3"/>
              </a:rPr>
              <a:t>sean.henry007@gmail.com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950">
              <a:latin typeface="Trebuchet MS"/>
              <a:cs typeface="Trebuchet MS"/>
            </a:endParaRPr>
          </a:p>
          <a:p>
            <a:pPr marL="134620">
              <a:lnSpc>
                <a:spcPct val="100000"/>
              </a:lnSpc>
            </a:pPr>
            <a:r>
              <a:rPr sz="950" spc="55" dirty="0">
                <a:latin typeface="Trebuchet MS"/>
                <a:cs typeface="Trebuchet MS"/>
              </a:rPr>
              <a:t>1230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8th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Ave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So</a:t>
            </a:r>
            <a:endParaRPr sz="950">
              <a:latin typeface="Trebuchet MS"/>
              <a:cs typeface="Trebuchet MS"/>
            </a:endParaRPr>
          </a:p>
          <a:p>
            <a:pPr marL="13462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latin typeface="Trebuchet MS"/>
                <a:cs typeface="Trebuchet MS"/>
              </a:rPr>
              <a:t>South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Saint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Paul,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125" dirty="0">
                <a:latin typeface="Trebuchet MS"/>
                <a:cs typeface="Trebuchet MS"/>
              </a:rPr>
              <a:t>MN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55075</a:t>
            </a:r>
            <a:endParaRPr sz="950">
              <a:latin typeface="Trebuchet MS"/>
              <a:cs typeface="Trebuchet MS"/>
            </a:endParaRPr>
          </a:p>
          <a:p>
            <a:pPr marL="134620">
              <a:lnSpc>
                <a:spcPct val="100000"/>
              </a:lnSpc>
              <a:spcBef>
                <a:spcPts val="70"/>
              </a:spcBef>
            </a:pPr>
            <a:r>
              <a:rPr sz="1100" spc="20" dirty="0">
                <a:latin typeface="Trebuchet MS"/>
                <a:cs typeface="Trebuchet MS"/>
              </a:rPr>
              <a:t>IMG_3337.png,</a:t>
            </a:r>
            <a:r>
              <a:rPr sz="1100" spc="30" dirty="0">
                <a:latin typeface="Trebuchet MS"/>
                <a:cs typeface="Trebuchet MS"/>
              </a:rPr>
              <a:t> </a:t>
            </a:r>
            <a:r>
              <a:rPr sz="1100" spc="50" dirty="0">
                <a:latin typeface="Trebuchet MS"/>
                <a:cs typeface="Trebuchet MS"/>
              </a:rPr>
              <a:t>IMG_3336.png,</a:t>
            </a:r>
            <a:r>
              <a:rPr sz="1100" spc="35" dirty="0">
                <a:latin typeface="Trebuchet MS"/>
                <a:cs typeface="Trebuchet MS"/>
              </a:rPr>
              <a:t> </a:t>
            </a:r>
            <a:r>
              <a:rPr sz="1100" spc="50" dirty="0">
                <a:latin typeface="Trebuchet MS"/>
                <a:cs typeface="Trebuchet MS"/>
              </a:rPr>
              <a:t>IMG_3338.png,</a:t>
            </a:r>
            <a:r>
              <a:rPr sz="1100" spc="35" dirty="0">
                <a:latin typeface="Trebuchet MS"/>
                <a:cs typeface="Trebuchet MS"/>
              </a:rPr>
              <a:t> </a:t>
            </a:r>
            <a:r>
              <a:rPr sz="1100" spc="50" dirty="0">
                <a:latin typeface="Trebuchet MS"/>
                <a:cs typeface="Trebuchet MS"/>
              </a:rPr>
              <a:t>IMG_3335.png,</a:t>
            </a:r>
            <a:r>
              <a:rPr sz="1100" spc="35" dirty="0">
                <a:latin typeface="Trebuchet MS"/>
                <a:cs typeface="Trebuchet MS"/>
              </a:rPr>
              <a:t> </a:t>
            </a:r>
            <a:r>
              <a:rPr sz="1100" spc="50" dirty="0">
                <a:latin typeface="Trebuchet MS"/>
                <a:cs typeface="Trebuchet MS"/>
              </a:rPr>
              <a:t>IMG_3333.png,</a:t>
            </a:r>
            <a:r>
              <a:rPr sz="1100" spc="35" dirty="0">
                <a:latin typeface="Trebuchet MS"/>
                <a:cs typeface="Trebuchet MS"/>
              </a:rPr>
              <a:t> </a:t>
            </a:r>
            <a:r>
              <a:rPr sz="1100" spc="50" dirty="0">
                <a:latin typeface="Trebuchet MS"/>
                <a:cs typeface="Trebuchet MS"/>
              </a:rPr>
              <a:t>IMG_3334.png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1259839"/>
            <a:ext cx="6197600" cy="2032000"/>
          </a:xfrm>
          <a:custGeom>
            <a:avLst/>
            <a:gdLst/>
            <a:ahLst/>
            <a:cxnLst/>
            <a:rect l="l" t="t" r="r" b="b"/>
            <a:pathLst>
              <a:path w="6197600" h="2032000">
                <a:moveTo>
                  <a:pt x="6177280" y="0"/>
                </a:moveTo>
                <a:lnTo>
                  <a:pt x="20320" y="0"/>
                </a:lnTo>
                <a:lnTo>
                  <a:pt x="12410" y="1596"/>
                </a:lnTo>
                <a:lnTo>
                  <a:pt x="5951" y="5951"/>
                </a:lnTo>
                <a:lnTo>
                  <a:pt x="1596" y="12410"/>
                </a:lnTo>
                <a:lnTo>
                  <a:pt x="0" y="20319"/>
                </a:lnTo>
                <a:lnTo>
                  <a:pt x="0" y="2011679"/>
                </a:lnTo>
                <a:lnTo>
                  <a:pt x="1596" y="2019589"/>
                </a:lnTo>
                <a:lnTo>
                  <a:pt x="5951" y="2026048"/>
                </a:lnTo>
                <a:lnTo>
                  <a:pt x="12410" y="2030403"/>
                </a:lnTo>
                <a:lnTo>
                  <a:pt x="20320" y="2032000"/>
                </a:lnTo>
                <a:lnTo>
                  <a:pt x="6177280" y="2032000"/>
                </a:lnTo>
                <a:lnTo>
                  <a:pt x="6185189" y="2030403"/>
                </a:lnTo>
                <a:lnTo>
                  <a:pt x="6191648" y="2026048"/>
                </a:lnTo>
                <a:lnTo>
                  <a:pt x="6194486" y="2021839"/>
                </a:lnTo>
                <a:lnTo>
                  <a:pt x="14708" y="2021839"/>
                </a:lnTo>
                <a:lnTo>
                  <a:pt x="10159" y="2017290"/>
                </a:lnTo>
                <a:lnTo>
                  <a:pt x="10159" y="14709"/>
                </a:lnTo>
                <a:lnTo>
                  <a:pt x="14708" y="10159"/>
                </a:lnTo>
                <a:lnTo>
                  <a:pt x="6194486" y="10159"/>
                </a:lnTo>
                <a:lnTo>
                  <a:pt x="6191648" y="5951"/>
                </a:lnTo>
                <a:lnTo>
                  <a:pt x="6185189" y="1596"/>
                </a:lnTo>
                <a:lnTo>
                  <a:pt x="6177280" y="0"/>
                </a:lnTo>
                <a:close/>
              </a:path>
              <a:path w="6197600" h="2032000">
                <a:moveTo>
                  <a:pt x="6194486" y="10159"/>
                </a:moveTo>
                <a:lnTo>
                  <a:pt x="6182890" y="10159"/>
                </a:lnTo>
                <a:lnTo>
                  <a:pt x="6187440" y="14709"/>
                </a:lnTo>
                <a:lnTo>
                  <a:pt x="6187440" y="2017290"/>
                </a:lnTo>
                <a:lnTo>
                  <a:pt x="6182890" y="2021839"/>
                </a:lnTo>
                <a:lnTo>
                  <a:pt x="6194486" y="2021839"/>
                </a:lnTo>
                <a:lnTo>
                  <a:pt x="6196003" y="2019589"/>
                </a:lnTo>
                <a:lnTo>
                  <a:pt x="6197600" y="2011679"/>
                </a:lnTo>
                <a:lnTo>
                  <a:pt x="6197600" y="20319"/>
                </a:lnTo>
                <a:lnTo>
                  <a:pt x="6196003" y="12410"/>
                </a:lnTo>
                <a:lnTo>
                  <a:pt x="6194486" y="1015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09879" y="8073812"/>
            <a:ext cx="7152640" cy="20320"/>
            <a:chOff x="309879" y="8073812"/>
            <a:chExt cx="7152640" cy="20320"/>
          </a:xfrm>
        </p:grpSpPr>
        <p:sp>
          <p:nvSpPr>
            <p:cNvPr id="4" name="object 4"/>
            <p:cNvSpPr/>
            <p:nvPr/>
          </p:nvSpPr>
          <p:spPr>
            <a:xfrm>
              <a:off x="309879" y="8073812"/>
              <a:ext cx="7152640" cy="10160"/>
            </a:xfrm>
            <a:custGeom>
              <a:avLst/>
              <a:gdLst/>
              <a:ahLst/>
              <a:cxnLst/>
              <a:rect l="l" t="t" r="r" b="b"/>
              <a:pathLst>
                <a:path w="7152640" h="10159">
                  <a:moveTo>
                    <a:pt x="715264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7152640" y="10160"/>
                  </a:lnTo>
                  <a:lnTo>
                    <a:pt x="7152640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879" y="8083972"/>
              <a:ext cx="7152640" cy="10160"/>
            </a:xfrm>
            <a:custGeom>
              <a:avLst/>
              <a:gdLst/>
              <a:ahLst/>
              <a:cxnLst/>
              <a:rect l="l" t="t" r="r" b="b"/>
              <a:pathLst>
                <a:path w="7152640" h="10159">
                  <a:moveTo>
                    <a:pt x="7152640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7152640" y="10159"/>
                  </a:lnTo>
                  <a:lnTo>
                    <a:pt x="715264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9879" y="8073812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60" h="20320">
                  <a:moveTo>
                    <a:pt x="101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0160" y="1016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52360" y="8073812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10160" y="0"/>
                  </a:moveTo>
                  <a:lnTo>
                    <a:pt x="0" y="10160"/>
                  </a:lnTo>
                  <a:lnTo>
                    <a:pt x="0" y="20320"/>
                  </a:lnTo>
                  <a:lnTo>
                    <a:pt x="10160" y="2032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431800" y="8917092"/>
            <a:ext cx="6197600" cy="633730"/>
          </a:xfrm>
          <a:custGeom>
            <a:avLst/>
            <a:gdLst/>
            <a:ahLst/>
            <a:cxnLst/>
            <a:rect l="l" t="t" r="r" b="b"/>
            <a:pathLst>
              <a:path w="6197600" h="633729">
                <a:moveTo>
                  <a:pt x="6177280" y="0"/>
                </a:moveTo>
                <a:lnTo>
                  <a:pt x="20320" y="0"/>
                </a:lnTo>
                <a:lnTo>
                  <a:pt x="12410" y="1596"/>
                </a:lnTo>
                <a:lnTo>
                  <a:pt x="5951" y="5949"/>
                </a:lnTo>
                <a:lnTo>
                  <a:pt x="1596" y="12405"/>
                </a:lnTo>
                <a:lnTo>
                  <a:pt x="0" y="20311"/>
                </a:lnTo>
                <a:lnTo>
                  <a:pt x="0" y="633307"/>
                </a:lnTo>
                <a:lnTo>
                  <a:pt x="10159" y="633307"/>
                </a:lnTo>
                <a:lnTo>
                  <a:pt x="10159" y="14706"/>
                </a:lnTo>
                <a:lnTo>
                  <a:pt x="14708" y="10160"/>
                </a:lnTo>
                <a:lnTo>
                  <a:pt x="6194488" y="10160"/>
                </a:lnTo>
                <a:lnTo>
                  <a:pt x="6191648" y="5949"/>
                </a:lnTo>
                <a:lnTo>
                  <a:pt x="6185189" y="1596"/>
                </a:lnTo>
                <a:lnTo>
                  <a:pt x="6177280" y="0"/>
                </a:lnTo>
                <a:close/>
              </a:path>
              <a:path w="6197600" h="633729">
                <a:moveTo>
                  <a:pt x="6194488" y="10160"/>
                </a:moveTo>
                <a:lnTo>
                  <a:pt x="6182890" y="10160"/>
                </a:lnTo>
                <a:lnTo>
                  <a:pt x="6187440" y="14706"/>
                </a:lnTo>
                <a:lnTo>
                  <a:pt x="6187440" y="633307"/>
                </a:lnTo>
                <a:lnTo>
                  <a:pt x="6197600" y="633307"/>
                </a:lnTo>
                <a:lnTo>
                  <a:pt x="6197600" y="20311"/>
                </a:lnTo>
                <a:lnTo>
                  <a:pt x="6196003" y="12405"/>
                </a:lnTo>
                <a:lnTo>
                  <a:pt x="6194488" y="1016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280" y="1798320"/>
            <a:ext cx="162559" cy="1625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87466" y="1515744"/>
            <a:ext cx="728345" cy="727710"/>
          </a:xfrm>
          <a:prstGeom prst="rect">
            <a:avLst/>
          </a:prstGeom>
          <a:ln w="3333">
            <a:solidFill>
              <a:srgbClr val="C0C0C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Trebuchet MS"/>
                <a:cs typeface="Trebuchet MS"/>
              </a:rPr>
              <a:t>Error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Icon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7179" y="495299"/>
            <a:ext cx="3599815" cy="3244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50"/>
              </a:spcBef>
            </a:pPr>
            <a:r>
              <a:rPr sz="950" spc="60" dirty="0">
                <a:latin typeface="Trebuchet MS"/>
                <a:cs typeface="Trebuchet MS"/>
              </a:rPr>
              <a:t>Mail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Delivery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Subsystem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&lt;</a:t>
            </a:r>
            <a:r>
              <a:rPr sz="950" dirty="0">
                <a:latin typeface="Trebuchet MS"/>
                <a:cs typeface="Trebuchet MS"/>
                <a:hlinkClick r:id="rId3"/>
              </a:rPr>
              <a:t>mailer-</a:t>
            </a:r>
            <a:r>
              <a:rPr sz="950" spc="-10" dirty="0">
                <a:latin typeface="Trebuchet MS"/>
                <a:cs typeface="Trebuchet MS"/>
                <a:hlinkClick r:id="rId3"/>
              </a:rPr>
              <a:t>daemon@googlemail.com</a:t>
            </a:r>
            <a:r>
              <a:rPr sz="950" spc="-10" dirty="0">
                <a:latin typeface="Trebuchet MS"/>
                <a:cs typeface="Trebuchet MS"/>
              </a:rPr>
              <a:t>&gt;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To:</a:t>
            </a:r>
            <a:r>
              <a:rPr sz="950" spc="2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&lt;</a:t>
            </a:r>
            <a:r>
              <a:rPr sz="950" spc="-10" dirty="0">
                <a:latin typeface="Trebuchet MS"/>
                <a:cs typeface="Trebuchet MS"/>
                <a:hlinkClick r:id="rId4"/>
              </a:rPr>
              <a:t>sean.henry007@gmail.com</a:t>
            </a:r>
            <a:r>
              <a:rPr sz="950" spc="-10" dirty="0">
                <a:latin typeface="Trebuchet MS"/>
                <a:cs typeface="Trebuchet MS"/>
              </a:rPr>
              <a:t>&gt;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9393" y="495299"/>
            <a:ext cx="137604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10" dirty="0">
                <a:latin typeface="Trebuchet MS"/>
                <a:cs typeface="Trebuchet MS"/>
              </a:rPr>
              <a:t>Mon,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Mar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10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3:07</a:t>
            </a:r>
            <a:r>
              <a:rPr sz="950" spc="-125" dirty="0">
                <a:latin typeface="Trebuchet MS"/>
                <a:cs typeface="Trebuchet MS"/>
              </a:rPr>
              <a:t> </a:t>
            </a:r>
            <a:r>
              <a:rPr sz="950" spc="90" dirty="0">
                <a:latin typeface="Trebuchet MS"/>
                <a:cs typeface="Trebuchet MS"/>
              </a:rPr>
              <a:t>AM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8939" y="1612900"/>
            <a:ext cx="21761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130" dirty="0">
                <a:solidFill>
                  <a:srgbClr val="212121"/>
                </a:solidFill>
                <a:latin typeface="Trebuchet MS"/>
                <a:cs typeface="Trebuchet MS"/>
              </a:rPr>
              <a:t>Message</a:t>
            </a:r>
            <a:r>
              <a:rPr sz="1600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600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12121"/>
                </a:solidFill>
                <a:latin typeface="Trebuchet MS"/>
                <a:cs typeface="Trebuchet MS"/>
              </a:rPr>
              <a:t>delivered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8939" y="2100580"/>
            <a:ext cx="4208145" cy="83058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30"/>
              </a:spcBef>
            </a:pP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Your </a:t>
            </a:r>
            <a:r>
              <a:rPr sz="1250" spc="70" dirty="0">
                <a:solidFill>
                  <a:srgbClr val="757575"/>
                </a:solidFill>
                <a:latin typeface="Trebuchet MS"/>
                <a:cs typeface="Trebuchet MS"/>
              </a:rPr>
              <a:t>message</a:t>
            </a:r>
            <a:r>
              <a:rPr sz="1250" spc="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couldn't</a:t>
            </a:r>
            <a:r>
              <a:rPr sz="1250" spc="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spc="50" dirty="0">
                <a:solidFill>
                  <a:srgbClr val="757575"/>
                </a:solidFill>
                <a:latin typeface="Trebuchet MS"/>
                <a:cs typeface="Trebuchet MS"/>
              </a:rPr>
              <a:t>be</a:t>
            </a:r>
            <a:r>
              <a:rPr sz="1250" spc="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delivered</a:t>
            </a:r>
            <a:r>
              <a:rPr sz="1250" spc="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spc="-25" dirty="0">
                <a:solidFill>
                  <a:srgbClr val="757575"/>
                </a:solidFill>
                <a:latin typeface="Trebuchet MS"/>
                <a:cs typeface="Trebuchet MS"/>
              </a:rPr>
              <a:t>to </a:t>
            </a:r>
            <a:r>
              <a:rPr sz="1250" spc="75" dirty="0">
                <a:solidFill>
                  <a:srgbClr val="212121"/>
                </a:solidFill>
                <a:latin typeface="Trebuchet MS"/>
                <a:cs typeface="Trebuchet MS"/>
                <a:hlinkClick r:id="rId5"/>
              </a:rPr>
              <a:t>support@sharepoint.com</a:t>
            </a:r>
            <a:r>
              <a:rPr sz="1250" spc="-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50" spc="45" dirty="0">
                <a:solidFill>
                  <a:srgbClr val="757575"/>
                </a:solidFill>
                <a:latin typeface="Trebuchet MS"/>
                <a:cs typeface="Trebuchet MS"/>
              </a:rPr>
              <a:t>because</a:t>
            </a:r>
            <a:r>
              <a:rPr sz="1250" spc="-1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the</a:t>
            </a:r>
            <a:r>
              <a:rPr sz="1250" spc="-1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remote</a:t>
            </a:r>
            <a:r>
              <a:rPr sz="1250" spc="-1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server</a:t>
            </a:r>
            <a:r>
              <a:rPr sz="1250" spc="-1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spc="-25" dirty="0">
                <a:solidFill>
                  <a:srgbClr val="757575"/>
                </a:solidFill>
                <a:latin typeface="Trebuchet MS"/>
                <a:cs typeface="Trebuchet MS"/>
              </a:rPr>
              <a:t>is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misconfigured.</a:t>
            </a:r>
            <a:r>
              <a:rPr sz="1250" spc="-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spc="75" dirty="0">
                <a:solidFill>
                  <a:srgbClr val="757575"/>
                </a:solidFill>
                <a:latin typeface="Trebuchet MS"/>
                <a:cs typeface="Trebuchet MS"/>
              </a:rPr>
              <a:t>See</a:t>
            </a:r>
            <a:r>
              <a:rPr sz="1250" spc="-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technical</a:t>
            </a:r>
            <a:r>
              <a:rPr sz="1250" spc="-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details below</a:t>
            </a:r>
            <a:r>
              <a:rPr sz="1250" spc="-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for</a:t>
            </a:r>
            <a:r>
              <a:rPr sz="1250" spc="-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spc="-20" dirty="0">
                <a:solidFill>
                  <a:srgbClr val="757575"/>
                </a:solidFill>
                <a:latin typeface="Trebuchet MS"/>
                <a:cs typeface="Trebuchet MS"/>
              </a:rPr>
              <a:t>more </a:t>
            </a:r>
            <a:r>
              <a:rPr sz="1250" spc="-10" dirty="0">
                <a:solidFill>
                  <a:srgbClr val="757575"/>
                </a:solidFill>
                <a:latin typeface="Trebuchet MS"/>
                <a:cs typeface="Trebuchet MS"/>
              </a:rPr>
              <a:t>information.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0700" y="3768852"/>
            <a:ext cx="5956935" cy="5949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latin typeface="Trebuchet MS"/>
                <a:cs typeface="Trebuchet MS"/>
              </a:rPr>
              <a:t>The</a:t>
            </a:r>
            <a:r>
              <a:rPr sz="1000" spc="75" dirty="0">
                <a:latin typeface="Trebuchet MS"/>
                <a:cs typeface="Trebuchet MS"/>
              </a:rPr>
              <a:t> </a:t>
            </a:r>
            <a:r>
              <a:rPr sz="1000" spc="55" dirty="0">
                <a:latin typeface="Trebuchet MS"/>
                <a:cs typeface="Trebuchet MS"/>
              </a:rPr>
              <a:t>response</a:t>
            </a:r>
            <a:r>
              <a:rPr sz="1000" spc="75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from</a:t>
            </a:r>
            <a:r>
              <a:rPr sz="1000" spc="80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the</a:t>
            </a:r>
            <a:r>
              <a:rPr sz="1000" spc="75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remote</a:t>
            </a:r>
            <a:r>
              <a:rPr sz="1000" spc="80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server</a:t>
            </a:r>
            <a:r>
              <a:rPr sz="1000" spc="75" dirty="0">
                <a:latin typeface="Trebuchet MS"/>
                <a:cs typeface="Trebuchet MS"/>
              </a:rPr>
              <a:t> </a:t>
            </a:r>
            <a:r>
              <a:rPr sz="1000" spc="-20" dirty="0">
                <a:latin typeface="Trebuchet MS"/>
                <a:cs typeface="Trebuchet MS"/>
              </a:rPr>
              <a:t>was:</a:t>
            </a:r>
            <a:endParaRPr sz="1000">
              <a:latin typeface="Trebuchet MS"/>
              <a:cs typeface="Trebuchet MS"/>
            </a:endParaRPr>
          </a:p>
          <a:p>
            <a:pPr marL="12700" marR="5080">
              <a:lnSpc>
                <a:spcPts val="1120"/>
              </a:lnSpc>
              <a:spcBef>
                <a:spcPts val="1035"/>
              </a:spcBef>
            </a:pPr>
            <a:r>
              <a:rPr sz="1000" dirty="0">
                <a:latin typeface="Courier New"/>
                <a:cs typeface="Courier New"/>
              </a:rPr>
              <a:t>550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5.7.64</a:t>
            </a:r>
            <a:r>
              <a:rPr sz="1000" spc="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TenantAttribution;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Relay</a:t>
            </a:r>
            <a:r>
              <a:rPr sz="1000" spc="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Access</a:t>
            </a:r>
            <a:r>
              <a:rPr sz="1000" spc="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Denied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[</a:t>
            </a:r>
            <a:r>
              <a:rPr sz="1000" spc="-10" dirty="0">
                <a:solidFill>
                  <a:srgbClr val="0000EE"/>
                </a:solidFill>
                <a:latin typeface="Courier New"/>
                <a:cs typeface="Courier New"/>
              </a:rPr>
              <a:t>CY4PEPF0000EDD7.namprd03. </a:t>
            </a:r>
            <a:r>
              <a:rPr sz="1000" dirty="0">
                <a:solidFill>
                  <a:srgbClr val="0000EE"/>
                </a:solidFill>
                <a:latin typeface="Courier New"/>
                <a:cs typeface="Courier New"/>
              </a:rPr>
              <a:t>prod.outlook.com</a:t>
            </a:r>
            <a:r>
              <a:rPr sz="1000" spc="250" dirty="0">
                <a:solidFill>
                  <a:srgbClr val="0000EE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2025-03-10T08:07:16.725Z</a:t>
            </a:r>
            <a:r>
              <a:rPr sz="1000" spc="2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08DD5F235EBCAEC9]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9100" y="5429672"/>
            <a:ext cx="6705600" cy="2458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100" dirty="0">
                <a:latin typeface="Trebuchet MS"/>
                <a:cs typeface="Trebuchet MS"/>
              </a:rPr>
              <a:t>----------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Forwarded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5" dirty="0">
                <a:latin typeface="Trebuchet MS"/>
                <a:cs typeface="Trebuchet MS"/>
              </a:rPr>
              <a:t>message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---------</a:t>
            </a:r>
            <a:r>
              <a:rPr sz="950" spc="50" dirty="0">
                <a:latin typeface="Trebuchet MS"/>
                <a:cs typeface="Trebuchet MS"/>
              </a:rPr>
              <a:t>-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latin typeface="Trebuchet MS"/>
                <a:cs typeface="Trebuchet MS"/>
              </a:rPr>
              <a:t>From: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1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Henry</a:t>
            </a:r>
            <a:r>
              <a:rPr sz="950" spc="1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&lt;</a:t>
            </a:r>
            <a:r>
              <a:rPr sz="950" spc="-10" dirty="0">
                <a:solidFill>
                  <a:srgbClr val="0000EE"/>
                </a:solidFill>
                <a:latin typeface="Trebuchet MS"/>
                <a:cs typeface="Trebuchet MS"/>
                <a:hlinkClick r:id="rId4"/>
              </a:rPr>
              <a:t>sean.henry007@gmail.com</a:t>
            </a:r>
            <a:r>
              <a:rPr sz="950" spc="-10" dirty="0">
                <a:latin typeface="Trebuchet MS"/>
                <a:cs typeface="Trebuchet MS"/>
              </a:rPr>
              <a:t>&gt;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latin typeface="Trebuchet MS"/>
                <a:cs typeface="Trebuchet MS"/>
              </a:rPr>
              <a:t>To:</a:t>
            </a:r>
            <a:r>
              <a:rPr sz="950" spc="330" dirty="0">
                <a:latin typeface="Trebuchet MS"/>
                <a:cs typeface="Trebuchet MS"/>
              </a:rPr>
              <a:t> </a:t>
            </a:r>
            <a:r>
              <a:rPr sz="950" spc="75" dirty="0">
                <a:latin typeface="Trebuchet MS"/>
                <a:cs typeface="Trebuchet MS"/>
              </a:rPr>
              <a:t>"Sean</a:t>
            </a:r>
            <a:r>
              <a:rPr sz="950" spc="3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Henry</a:t>
            </a:r>
            <a:r>
              <a:rPr sz="950" spc="3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(#CyberFraudBountyHunters)"</a:t>
            </a:r>
            <a:r>
              <a:rPr sz="950" spc="3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&lt;</a:t>
            </a:r>
            <a:r>
              <a:rPr sz="950" dirty="0">
                <a:solidFill>
                  <a:srgbClr val="0000EE"/>
                </a:solidFill>
                <a:latin typeface="Trebuchet MS"/>
                <a:cs typeface="Trebuchet MS"/>
                <a:hlinkClick r:id="rId4"/>
              </a:rPr>
              <a:t>sean.henry007@gmail.com</a:t>
            </a:r>
            <a:r>
              <a:rPr sz="950" dirty="0">
                <a:latin typeface="Trebuchet MS"/>
                <a:cs typeface="Trebuchet MS"/>
              </a:rPr>
              <a:t>&gt;,</a:t>
            </a:r>
            <a:r>
              <a:rPr sz="950" spc="3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Sean</a:t>
            </a:r>
            <a:r>
              <a:rPr sz="950" spc="3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Bruce</a:t>
            </a:r>
            <a:r>
              <a:rPr sz="950" spc="3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Henry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6"/>
              </a:rPr>
              <a:t>john.connernoskyned78@gmail.com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Bruce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Henry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7"/>
              </a:rPr>
              <a:t>sean.henry007@outlook.com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45" dirty="0">
                <a:latin typeface="Trebuchet MS"/>
                <a:cs typeface="Trebuchet MS"/>
              </a:rPr>
              <a:t> SeanHenry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Bruce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Henry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8"/>
              </a:rPr>
              <a:t>brucensharonhenry@gmail.com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Bruce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Henry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9"/>
              </a:rPr>
              <a:t>sean.henry007@icloud.com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Sean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Bruce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Henry</a:t>
            </a:r>
            <a:endParaRPr sz="950">
              <a:latin typeface="Trebuchet MS"/>
              <a:cs typeface="Trebuchet MS"/>
            </a:endParaRPr>
          </a:p>
          <a:p>
            <a:pPr marL="12700" marR="136525">
              <a:lnSpc>
                <a:spcPct val="105300"/>
              </a:lnSpc>
            </a:pPr>
            <a:r>
              <a:rPr sz="950" dirty="0">
                <a:latin typeface="Trebuchet MS"/>
                <a:cs typeface="Trebuchet MS"/>
              </a:rPr>
              <a:t>&lt;</a:t>
            </a:r>
            <a:r>
              <a:rPr sz="950" dirty="0">
                <a:solidFill>
                  <a:srgbClr val="0000EE"/>
                </a:solidFill>
                <a:latin typeface="Trebuchet MS"/>
                <a:cs typeface="Trebuchet MS"/>
                <a:hlinkClick r:id="rId10"/>
              </a:rPr>
              <a:t>SeanHenry@prosafecyberfraudbountyhunters.com</a:t>
            </a:r>
            <a:r>
              <a:rPr sz="950" dirty="0">
                <a:latin typeface="Trebuchet MS"/>
                <a:cs typeface="Trebuchet MS"/>
              </a:rPr>
              <a:t>&gt;,</a:t>
            </a:r>
            <a:r>
              <a:rPr sz="950" spc="155" dirty="0">
                <a:latin typeface="Trebuchet MS"/>
                <a:cs typeface="Trebuchet MS"/>
              </a:rPr>
              <a:t> 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155" dirty="0">
                <a:latin typeface="Trebuchet MS"/>
                <a:cs typeface="Trebuchet MS"/>
              </a:rPr>
              <a:t>  </a:t>
            </a:r>
            <a:r>
              <a:rPr sz="950" dirty="0">
                <a:latin typeface="Trebuchet MS"/>
                <a:cs typeface="Trebuchet MS"/>
              </a:rPr>
              <a:t>Bruce</a:t>
            </a:r>
            <a:r>
              <a:rPr sz="950" spc="155" dirty="0">
                <a:latin typeface="Trebuchet MS"/>
                <a:cs typeface="Trebuchet MS"/>
              </a:rPr>
              <a:t>  </a:t>
            </a:r>
            <a:r>
              <a:rPr sz="950" dirty="0">
                <a:latin typeface="Trebuchet MS"/>
                <a:cs typeface="Trebuchet MS"/>
              </a:rPr>
              <a:t>Henry</a:t>
            </a:r>
            <a:r>
              <a:rPr sz="950" spc="155" dirty="0">
                <a:latin typeface="Trebuchet MS"/>
                <a:cs typeface="Trebuchet MS"/>
              </a:rPr>
              <a:t>  </a:t>
            </a:r>
            <a:r>
              <a:rPr sz="950" dirty="0">
                <a:latin typeface="Trebuchet MS"/>
                <a:cs typeface="Trebuchet MS"/>
              </a:rPr>
              <a:t>&lt;</a:t>
            </a:r>
            <a:r>
              <a:rPr sz="950" dirty="0">
                <a:solidFill>
                  <a:srgbClr val="0000EE"/>
                </a:solidFill>
                <a:latin typeface="Trebuchet MS"/>
                <a:cs typeface="Trebuchet MS"/>
                <a:hlinkClick r:id="rId11"/>
              </a:rPr>
              <a:t>prosefraudhunters@gmail.com</a:t>
            </a:r>
            <a:r>
              <a:rPr sz="950" dirty="0">
                <a:latin typeface="Trebuchet MS"/>
                <a:cs typeface="Trebuchet MS"/>
              </a:rPr>
              <a:t>&gt;,</a:t>
            </a:r>
            <a:r>
              <a:rPr sz="950" spc="155" dirty="0">
                <a:latin typeface="Trebuchet MS"/>
                <a:cs typeface="Trebuchet MS"/>
              </a:rPr>
              <a:t>  </a:t>
            </a:r>
            <a:r>
              <a:rPr sz="950" spc="60" dirty="0">
                <a:latin typeface="Trebuchet MS"/>
                <a:cs typeface="Trebuchet MS"/>
              </a:rPr>
              <a:t>"Sean </a:t>
            </a:r>
            <a:r>
              <a:rPr sz="950" spc="40" dirty="0">
                <a:latin typeface="Trebuchet MS"/>
                <a:cs typeface="Trebuchet MS"/>
              </a:rPr>
              <a:t>Henry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(#CyberFraudBountyHunters)"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12"/>
              </a:rPr>
              <a:t>sean.henry007@yahoo.com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Report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Phishing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Apple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13"/>
              </a:rPr>
              <a:t>reportphishing@apple.com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Microsoft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Security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Response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Center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14"/>
              </a:rPr>
              <a:t>secure@microsoft.com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Googleone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Support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05300"/>
              </a:lnSpc>
            </a:pPr>
            <a:r>
              <a:rPr sz="950" spc="55" dirty="0">
                <a:latin typeface="Trebuchet MS"/>
                <a:cs typeface="Trebuchet MS"/>
              </a:rPr>
              <a:t>&lt;</a:t>
            </a:r>
            <a:r>
              <a:rPr sz="950" spc="55" dirty="0">
                <a:solidFill>
                  <a:srgbClr val="0000EE"/>
                </a:solidFill>
                <a:latin typeface="Trebuchet MS"/>
                <a:cs typeface="Trebuchet MS"/>
                <a:hlinkClick r:id="rId15"/>
              </a:rPr>
              <a:t>googleone-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15"/>
              </a:rPr>
              <a:t>support@google.com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21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Googlebusinessprofile</a:t>
            </a:r>
            <a:r>
              <a:rPr sz="950" spc="21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Support</a:t>
            </a:r>
            <a:r>
              <a:rPr sz="950" spc="21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16"/>
              </a:rPr>
              <a:t>googlebusinessprofile-</a:t>
            </a:r>
            <a:r>
              <a:rPr sz="950" spc="-10" dirty="0">
                <a:solidFill>
                  <a:srgbClr val="0000EE"/>
                </a:solidFill>
                <a:latin typeface="Trebuchet MS"/>
                <a:cs typeface="Trebuchet MS"/>
                <a:hlinkClick r:id="rId16"/>
              </a:rPr>
              <a:t>support@google.com</a:t>
            </a:r>
            <a:r>
              <a:rPr sz="950" spc="-10" dirty="0">
                <a:latin typeface="Trebuchet MS"/>
                <a:cs typeface="Trebuchet MS"/>
              </a:rPr>
              <a:t>&gt;,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Support</a:t>
            </a:r>
            <a:r>
              <a:rPr sz="950" spc="2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&lt;</a:t>
            </a:r>
            <a:r>
              <a:rPr sz="950" dirty="0">
                <a:solidFill>
                  <a:srgbClr val="0000EE"/>
                </a:solidFill>
                <a:latin typeface="Trebuchet MS"/>
                <a:cs typeface="Trebuchet MS"/>
                <a:hlinkClick r:id="rId17"/>
              </a:rPr>
              <a:t>support@microsoft.com</a:t>
            </a:r>
            <a:r>
              <a:rPr sz="950" dirty="0">
                <a:latin typeface="Trebuchet MS"/>
                <a:cs typeface="Trebuchet MS"/>
              </a:rPr>
              <a:t>&gt;,</a:t>
            </a:r>
            <a:r>
              <a:rPr sz="950" spc="290" dirty="0"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0000EE"/>
                </a:solidFill>
                <a:latin typeface="Trebuchet MS"/>
                <a:cs typeface="Trebuchet MS"/>
                <a:hlinkClick r:id="rId18"/>
              </a:rPr>
              <a:t>support@icloud.com</a:t>
            </a:r>
            <a:r>
              <a:rPr sz="950" dirty="0">
                <a:latin typeface="Trebuchet MS"/>
                <a:cs typeface="Trebuchet MS"/>
                <a:hlinkClick r:id="rId18"/>
              </a:rPr>
              <a:t>,</a:t>
            </a:r>
            <a:r>
              <a:rPr sz="950" spc="2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Kathrine</a:t>
            </a:r>
            <a:r>
              <a:rPr sz="950" spc="29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</a:t>
            </a:r>
            <a:r>
              <a:rPr sz="950" spc="29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&lt;</a:t>
            </a:r>
            <a:r>
              <a:rPr sz="950" spc="-10" dirty="0">
                <a:solidFill>
                  <a:srgbClr val="0000EE"/>
                </a:solidFill>
                <a:latin typeface="Trebuchet MS"/>
                <a:cs typeface="Trebuchet MS"/>
                <a:hlinkClick r:id="rId19"/>
              </a:rPr>
              <a:t>support@mail.support.microsoft.com</a:t>
            </a:r>
            <a:r>
              <a:rPr sz="950" spc="-10" dirty="0">
                <a:latin typeface="Trebuchet MS"/>
                <a:cs typeface="Trebuchet MS"/>
              </a:rPr>
              <a:t>&gt;,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0000EE"/>
                </a:solidFill>
                <a:latin typeface="Trebuchet MS"/>
                <a:cs typeface="Trebuchet MS"/>
                <a:hlinkClick r:id="rId5"/>
              </a:rPr>
              <a:t>support@sharepoint.com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-25" dirty="0">
                <a:latin typeface="Trebuchet MS"/>
                <a:cs typeface="Trebuchet MS"/>
              </a:rPr>
              <a:t>Cc: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-20" dirty="0">
                <a:latin typeface="Trebuchet MS"/>
                <a:cs typeface="Trebuchet MS"/>
              </a:rPr>
              <a:t>Bcc: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latin typeface="Trebuchet MS"/>
                <a:cs typeface="Trebuchet MS"/>
              </a:rPr>
              <a:t>Date: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Mon,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10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Mar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85" dirty="0">
                <a:latin typeface="Trebuchet MS"/>
                <a:cs typeface="Trebuchet MS"/>
              </a:rPr>
              <a:t>2025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03:07:03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-</a:t>
            </a:r>
            <a:r>
              <a:rPr sz="950" spc="75" dirty="0">
                <a:latin typeface="Trebuchet MS"/>
                <a:cs typeface="Trebuchet MS"/>
              </a:rPr>
              <a:t>0500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latin typeface="Trebuchet MS"/>
                <a:cs typeface="Trebuchet MS"/>
              </a:rPr>
              <a:t>Subject: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Digital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American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Human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Prisoner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&amp;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Slave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Sinister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Rogue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Frankenstein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AI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Virus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100" dirty="0">
                <a:latin typeface="Trebuchet MS"/>
                <a:cs typeface="Trebuchet MS"/>
              </a:rPr>
              <a:t>-----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80" dirty="0">
                <a:latin typeface="Trebuchet MS"/>
                <a:cs typeface="Trebuchet MS"/>
              </a:rPr>
              <a:t>Message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truncated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----</a:t>
            </a:r>
            <a:r>
              <a:rPr sz="950" spc="50" dirty="0">
                <a:latin typeface="Trebuchet MS"/>
                <a:cs typeface="Trebuchet MS"/>
              </a:rPr>
              <a:t>-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7179" y="8152552"/>
            <a:ext cx="3599815" cy="3244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50"/>
              </a:spcBef>
            </a:pPr>
            <a:r>
              <a:rPr sz="950" spc="60" dirty="0">
                <a:latin typeface="Trebuchet MS"/>
                <a:cs typeface="Trebuchet MS"/>
              </a:rPr>
              <a:t>Mail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Delivery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Subsystem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&lt;</a:t>
            </a:r>
            <a:r>
              <a:rPr sz="950" dirty="0">
                <a:latin typeface="Trebuchet MS"/>
                <a:cs typeface="Trebuchet MS"/>
                <a:hlinkClick r:id="rId3"/>
              </a:rPr>
              <a:t>mailer-</a:t>
            </a:r>
            <a:r>
              <a:rPr sz="950" spc="-10" dirty="0">
                <a:latin typeface="Trebuchet MS"/>
                <a:cs typeface="Trebuchet MS"/>
                <a:hlinkClick r:id="rId3"/>
              </a:rPr>
              <a:t>daemon@googlemail.com</a:t>
            </a:r>
            <a:r>
              <a:rPr sz="950" spc="-10" dirty="0">
                <a:latin typeface="Trebuchet MS"/>
                <a:cs typeface="Trebuchet MS"/>
              </a:rPr>
              <a:t>&gt;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To:</a:t>
            </a:r>
            <a:r>
              <a:rPr sz="950" spc="2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&lt;</a:t>
            </a:r>
            <a:r>
              <a:rPr sz="950" spc="-10" dirty="0">
                <a:latin typeface="Trebuchet MS"/>
                <a:cs typeface="Trebuchet MS"/>
                <a:hlinkClick r:id="rId4"/>
              </a:rPr>
              <a:t>sean.henry007@gmail.com</a:t>
            </a:r>
            <a:r>
              <a:rPr sz="950" spc="-10" dirty="0">
                <a:latin typeface="Trebuchet MS"/>
                <a:cs typeface="Trebuchet MS"/>
              </a:rPr>
              <a:t>&gt;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99393" y="8152552"/>
            <a:ext cx="137604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10" dirty="0">
                <a:latin typeface="Trebuchet MS"/>
                <a:cs typeface="Trebuchet MS"/>
              </a:rPr>
              <a:t>Mon,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Mar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10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3:07</a:t>
            </a:r>
            <a:r>
              <a:rPr sz="950" spc="-125" dirty="0">
                <a:latin typeface="Trebuchet MS"/>
                <a:cs typeface="Trebuchet MS"/>
              </a:rPr>
              <a:t> </a:t>
            </a:r>
            <a:r>
              <a:rPr sz="950" spc="90" dirty="0">
                <a:latin typeface="Trebuchet MS"/>
                <a:cs typeface="Trebuchet MS"/>
              </a:rPr>
              <a:t>AM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78939" y="9270152"/>
            <a:ext cx="1787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100" dirty="0">
                <a:solidFill>
                  <a:srgbClr val="212121"/>
                </a:solidFill>
                <a:latin typeface="Trebuchet MS"/>
                <a:cs typeface="Trebuchet MS"/>
              </a:rPr>
              <a:t>Address</a:t>
            </a:r>
            <a:r>
              <a:rPr sz="1600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600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00" spc="45" dirty="0">
                <a:solidFill>
                  <a:srgbClr val="212121"/>
                </a:solidFill>
                <a:latin typeface="Trebuchet MS"/>
                <a:cs typeface="Trebuchet MS"/>
              </a:rPr>
              <a:t>found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508000"/>
            <a:ext cx="6197600" cy="1229360"/>
          </a:xfrm>
          <a:custGeom>
            <a:avLst/>
            <a:gdLst/>
            <a:ahLst/>
            <a:cxnLst/>
            <a:rect l="l" t="t" r="r" b="b"/>
            <a:pathLst>
              <a:path w="6197600" h="1229360">
                <a:moveTo>
                  <a:pt x="10159" y="0"/>
                </a:moveTo>
                <a:lnTo>
                  <a:pt x="0" y="0"/>
                </a:lnTo>
                <a:lnTo>
                  <a:pt x="0" y="1209047"/>
                </a:lnTo>
                <a:lnTo>
                  <a:pt x="1596" y="1216953"/>
                </a:lnTo>
                <a:lnTo>
                  <a:pt x="5951" y="1223410"/>
                </a:lnTo>
                <a:lnTo>
                  <a:pt x="12410" y="1227763"/>
                </a:lnTo>
                <a:lnTo>
                  <a:pt x="20320" y="1229359"/>
                </a:lnTo>
                <a:lnTo>
                  <a:pt x="6177280" y="1229359"/>
                </a:lnTo>
                <a:lnTo>
                  <a:pt x="6185189" y="1227763"/>
                </a:lnTo>
                <a:lnTo>
                  <a:pt x="6191648" y="1223410"/>
                </a:lnTo>
                <a:lnTo>
                  <a:pt x="6194488" y="1219200"/>
                </a:lnTo>
                <a:lnTo>
                  <a:pt x="14708" y="1219200"/>
                </a:lnTo>
                <a:lnTo>
                  <a:pt x="10159" y="1214652"/>
                </a:lnTo>
                <a:lnTo>
                  <a:pt x="10159" y="0"/>
                </a:lnTo>
                <a:close/>
              </a:path>
              <a:path w="6197600" h="1229360">
                <a:moveTo>
                  <a:pt x="6197600" y="0"/>
                </a:moveTo>
                <a:lnTo>
                  <a:pt x="6187440" y="0"/>
                </a:lnTo>
                <a:lnTo>
                  <a:pt x="6187440" y="1214652"/>
                </a:lnTo>
                <a:lnTo>
                  <a:pt x="6182890" y="1219200"/>
                </a:lnTo>
                <a:lnTo>
                  <a:pt x="6194488" y="1219200"/>
                </a:lnTo>
                <a:lnTo>
                  <a:pt x="6196003" y="1216953"/>
                </a:lnTo>
                <a:lnTo>
                  <a:pt x="6197600" y="1209047"/>
                </a:lnTo>
                <a:lnTo>
                  <a:pt x="619760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09879" y="6377094"/>
            <a:ext cx="7152640" cy="20320"/>
            <a:chOff x="309879" y="6377094"/>
            <a:chExt cx="7152640" cy="20320"/>
          </a:xfrm>
        </p:grpSpPr>
        <p:sp>
          <p:nvSpPr>
            <p:cNvPr id="4" name="object 4"/>
            <p:cNvSpPr/>
            <p:nvPr/>
          </p:nvSpPr>
          <p:spPr>
            <a:xfrm>
              <a:off x="309879" y="6377094"/>
              <a:ext cx="7152640" cy="10160"/>
            </a:xfrm>
            <a:custGeom>
              <a:avLst/>
              <a:gdLst/>
              <a:ahLst/>
              <a:cxnLst/>
              <a:rect l="l" t="t" r="r" b="b"/>
              <a:pathLst>
                <a:path w="7152640" h="10160">
                  <a:moveTo>
                    <a:pt x="715264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7152640" y="10160"/>
                  </a:lnTo>
                  <a:lnTo>
                    <a:pt x="7152640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879" y="6387254"/>
              <a:ext cx="7152640" cy="10160"/>
            </a:xfrm>
            <a:custGeom>
              <a:avLst/>
              <a:gdLst/>
              <a:ahLst/>
              <a:cxnLst/>
              <a:rect l="l" t="t" r="r" b="b"/>
              <a:pathLst>
                <a:path w="7152640" h="10160">
                  <a:moveTo>
                    <a:pt x="715264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7152640" y="10160"/>
                  </a:lnTo>
                  <a:lnTo>
                    <a:pt x="715264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9879" y="637709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60" h="20320">
                  <a:moveTo>
                    <a:pt x="101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10160" y="1016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52360" y="637709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10160" y="0"/>
                  </a:moveTo>
                  <a:lnTo>
                    <a:pt x="0" y="10160"/>
                  </a:lnTo>
                  <a:lnTo>
                    <a:pt x="0" y="20320"/>
                  </a:lnTo>
                  <a:lnTo>
                    <a:pt x="10160" y="2032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280" y="792480"/>
            <a:ext cx="162559" cy="16255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7466" y="509905"/>
            <a:ext cx="728345" cy="727710"/>
          </a:xfrm>
          <a:prstGeom prst="rect">
            <a:avLst/>
          </a:prstGeom>
          <a:ln w="3333">
            <a:solidFill>
              <a:srgbClr val="C0C0C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Trebuchet MS"/>
                <a:cs typeface="Trebuchet MS"/>
              </a:rPr>
              <a:t>Error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Icon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8939" y="715432"/>
            <a:ext cx="5410200" cy="42418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30"/>
              </a:spcBef>
            </a:pP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Your</a:t>
            </a:r>
            <a:r>
              <a:rPr sz="1250" spc="-4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spc="70" dirty="0">
                <a:solidFill>
                  <a:srgbClr val="757575"/>
                </a:solidFill>
                <a:latin typeface="Trebuchet MS"/>
                <a:cs typeface="Trebuchet MS"/>
              </a:rPr>
              <a:t>message</a:t>
            </a:r>
            <a:r>
              <a:rPr sz="1250" spc="-40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spc="50" dirty="0">
                <a:solidFill>
                  <a:srgbClr val="757575"/>
                </a:solidFill>
                <a:latin typeface="Trebuchet MS"/>
                <a:cs typeface="Trebuchet MS"/>
              </a:rPr>
              <a:t>wasn't</a:t>
            </a:r>
            <a:r>
              <a:rPr sz="1250" spc="-40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delivered</a:t>
            </a:r>
            <a:r>
              <a:rPr sz="1250" spc="-40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to</a:t>
            </a:r>
            <a:r>
              <a:rPr sz="1250" spc="-40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spc="80" dirty="0">
                <a:solidFill>
                  <a:srgbClr val="212121"/>
                </a:solidFill>
                <a:latin typeface="Trebuchet MS"/>
                <a:cs typeface="Trebuchet MS"/>
                <a:hlinkClick r:id="rId3"/>
              </a:rPr>
              <a:t>sean.henry007@icloud.com</a:t>
            </a:r>
            <a:r>
              <a:rPr sz="1250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50" spc="-10" dirty="0">
                <a:solidFill>
                  <a:srgbClr val="757575"/>
                </a:solidFill>
                <a:latin typeface="Trebuchet MS"/>
                <a:cs typeface="Trebuchet MS"/>
              </a:rPr>
              <a:t>because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the</a:t>
            </a:r>
            <a:r>
              <a:rPr sz="1250" spc="-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spc="55" dirty="0">
                <a:solidFill>
                  <a:srgbClr val="757575"/>
                </a:solidFill>
                <a:latin typeface="Trebuchet MS"/>
                <a:cs typeface="Trebuchet MS"/>
              </a:rPr>
              <a:t>address</a:t>
            </a:r>
            <a:r>
              <a:rPr sz="1250" spc="-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couldn't be</a:t>
            </a:r>
            <a:r>
              <a:rPr sz="1250" spc="-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found, or</a:t>
            </a:r>
            <a:r>
              <a:rPr sz="1250" spc="-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is unable</a:t>
            </a:r>
            <a:r>
              <a:rPr sz="1250" spc="-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to</a:t>
            </a:r>
            <a:r>
              <a:rPr sz="1250" spc="-5" dirty="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757575"/>
                </a:solidFill>
                <a:latin typeface="Trebuchet MS"/>
                <a:cs typeface="Trebuchet MS"/>
              </a:rPr>
              <a:t>receive </a:t>
            </a:r>
            <a:r>
              <a:rPr sz="1250" spc="-10" dirty="0">
                <a:solidFill>
                  <a:srgbClr val="757575"/>
                </a:solidFill>
                <a:latin typeface="Trebuchet MS"/>
                <a:cs typeface="Trebuchet MS"/>
              </a:rPr>
              <a:t>mail.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0700" y="2214371"/>
            <a:ext cx="4630420" cy="4527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latin typeface="Trebuchet MS"/>
                <a:cs typeface="Trebuchet MS"/>
              </a:rPr>
              <a:t>The</a:t>
            </a:r>
            <a:r>
              <a:rPr sz="1000" spc="75" dirty="0">
                <a:latin typeface="Trebuchet MS"/>
                <a:cs typeface="Trebuchet MS"/>
              </a:rPr>
              <a:t> </a:t>
            </a:r>
            <a:r>
              <a:rPr sz="1000" spc="55" dirty="0">
                <a:latin typeface="Trebuchet MS"/>
                <a:cs typeface="Trebuchet MS"/>
              </a:rPr>
              <a:t>response</a:t>
            </a:r>
            <a:r>
              <a:rPr sz="1000" spc="75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from</a:t>
            </a:r>
            <a:r>
              <a:rPr sz="1000" spc="80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the</a:t>
            </a:r>
            <a:r>
              <a:rPr sz="1000" spc="75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remote</a:t>
            </a:r>
            <a:r>
              <a:rPr sz="1000" spc="80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server</a:t>
            </a:r>
            <a:r>
              <a:rPr sz="1000" spc="75" dirty="0">
                <a:latin typeface="Trebuchet MS"/>
                <a:cs typeface="Trebuchet MS"/>
              </a:rPr>
              <a:t> </a:t>
            </a:r>
            <a:r>
              <a:rPr sz="1000" spc="-20" dirty="0">
                <a:latin typeface="Trebuchet MS"/>
                <a:cs typeface="Trebuchet MS"/>
              </a:rPr>
              <a:t>was: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000" dirty="0">
                <a:latin typeface="Courier New"/>
                <a:cs typeface="Courier New"/>
              </a:rPr>
              <a:t>550</a:t>
            </a:r>
            <a:r>
              <a:rPr sz="1000" spc="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5.1.6</a:t>
            </a:r>
            <a:r>
              <a:rPr sz="1000" spc="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user</a:t>
            </a:r>
            <a:r>
              <a:rPr sz="1000" spc="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no</a:t>
            </a:r>
            <a:r>
              <a:rPr sz="1000" spc="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longer</a:t>
            </a:r>
            <a:r>
              <a:rPr sz="1000" spc="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on</a:t>
            </a:r>
            <a:r>
              <a:rPr sz="1000" spc="50" dirty="0"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000EE"/>
                </a:solidFill>
                <a:latin typeface="Courier New"/>
                <a:cs typeface="Courier New"/>
                <a:hlinkClick r:id="rId3"/>
              </a:rPr>
              <a:t>system:sean.henry007@icloud.com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9100" y="3732953"/>
            <a:ext cx="6705600" cy="2458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100" dirty="0">
                <a:latin typeface="Trebuchet MS"/>
                <a:cs typeface="Trebuchet MS"/>
              </a:rPr>
              <a:t>----------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Forwarded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5" dirty="0">
                <a:latin typeface="Trebuchet MS"/>
                <a:cs typeface="Trebuchet MS"/>
              </a:rPr>
              <a:t>message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---------</a:t>
            </a:r>
            <a:r>
              <a:rPr sz="950" spc="50" dirty="0">
                <a:latin typeface="Trebuchet MS"/>
                <a:cs typeface="Trebuchet MS"/>
              </a:rPr>
              <a:t>-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latin typeface="Trebuchet MS"/>
                <a:cs typeface="Trebuchet MS"/>
              </a:rPr>
              <a:t>From: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1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Henry</a:t>
            </a:r>
            <a:r>
              <a:rPr sz="950" spc="1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&lt;</a:t>
            </a:r>
            <a:r>
              <a:rPr sz="950" spc="-10" dirty="0">
                <a:solidFill>
                  <a:srgbClr val="0000EE"/>
                </a:solidFill>
                <a:latin typeface="Trebuchet MS"/>
                <a:cs typeface="Trebuchet MS"/>
                <a:hlinkClick r:id="rId4"/>
              </a:rPr>
              <a:t>sean.henry007@gmail.com</a:t>
            </a:r>
            <a:r>
              <a:rPr sz="950" spc="-10" dirty="0">
                <a:latin typeface="Trebuchet MS"/>
                <a:cs typeface="Trebuchet MS"/>
              </a:rPr>
              <a:t>&gt;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latin typeface="Trebuchet MS"/>
                <a:cs typeface="Trebuchet MS"/>
              </a:rPr>
              <a:t>To:</a:t>
            </a:r>
            <a:r>
              <a:rPr sz="950" spc="330" dirty="0">
                <a:latin typeface="Trebuchet MS"/>
                <a:cs typeface="Trebuchet MS"/>
              </a:rPr>
              <a:t> </a:t>
            </a:r>
            <a:r>
              <a:rPr sz="950" spc="75" dirty="0">
                <a:latin typeface="Trebuchet MS"/>
                <a:cs typeface="Trebuchet MS"/>
              </a:rPr>
              <a:t>"Sean</a:t>
            </a:r>
            <a:r>
              <a:rPr sz="950" spc="3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Henry</a:t>
            </a:r>
            <a:r>
              <a:rPr sz="950" spc="3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(#CyberFraudBountyHunters)"</a:t>
            </a:r>
            <a:r>
              <a:rPr sz="950" spc="3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&lt;</a:t>
            </a:r>
            <a:r>
              <a:rPr sz="950" dirty="0">
                <a:solidFill>
                  <a:srgbClr val="0000EE"/>
                </a:solidFill>
                <a:latin typeface="Trebuchet MS"/>
                <a:cs typeface="Trebuchet MS"/>
                <a:hlinkClick r:id="rId4"/>
              </a:rPr>
              <a:t>sean.henry007@gmail.com</a:t>
            </a:r>
            <a:r>
              <a:rPr sz="950" dirty="0">
                <a:latin typeface="Trebuchet MS"/>
                <a:cs typeface="Trebuchet MS"/>
              </a:rPr>
              <a:t>&gt;,</a:t>
            </a:r>
            <a:r>
              <a:rPr sz="950" spc="3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Sean</a:t>
            </a:r>
            <a:r>
              <a:rPr sz="950" spc="3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Bruce</a:t>
            </a:r>
            <a:r>
              <a:rPr sz="950" spc="3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Henry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5"/>
              </a:rPr>
              <a:t>john.connernoskyned78@gmail.com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Bruce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Henry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6"/>
              </a:rPr>
              <a:t>sean.henry007@outlook.com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45" dirty="0">
                <a:latin typeface="Trebuchet MS"/>
                <a:cs typeface="Trebuchet MS"/>
              </a:rPr>
              <a:t> SeanHenry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Bruce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Henry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7"/>
              </a:rPr>
              <a:t>brucensharonhenry@gmail.com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Bruce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Henry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3"/>
              </a:rPr>
              <a:t>sean.henry007@icloud.com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Sean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Bruce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Henry</a:t>
            </a:r>
            <a:endParaRPr sz="950">
              <a:latin typeface="Trebuchet MS"/>
              <a:cs typeface="Trebuchet MS"/>
            </a:endParaRPr>
          </a:p>
          <a:p>
            <a:pPr marL="12700" marR="136525">
              <a:lnSpc>
                <a:spcPct val="105300"/>
              </a:lnSpc>
            </a:pPr>
            <a:r>
              <a:rPr sz="950" dirty="0">
                <a:latin typeface="Trebuchet MS"/>
                <a:cs typeface="Trebuchet MS"/>
              </a:rPr>
              <a:t>&lt;</a:t>
            </a:r>
            <a:r>
              <a:rPr sz="950" dirty="0">
                <a:solidFill>
                  <a:srgbClr val="0000EE"/>
                </a:solidFill>
                <a:latin typeface="Trebuchet MS"/>
                <a:cs typeface="Trebuchet MS"/>
                <a:hlinkClick r:id="rId8"/>
              </a:rPr>
              <a:t>SeanHenry@prosafecyberfraudbountyhunters.com</a:t>
            </a:r>
            <a:r>
              <a:rPr sz="950" dirty="0">
                <a:latin typeface="Trebuchet MS"/>
                <a:cs typeface="Trebuchet MS"/>
              </a:rPr>
              <a:t>&gt;,</a:t>
            </a:r>
            <a:r>
              <a:rPr sz="950" spc="155" dirty="0">
                <a:latin typeface="Trebuchet MS"/>
                <a:cs typeface="Trebuchet MS"/>
              </a:rPr>
              <a:t>  </a:t>
            </a:r>
            <a:r>
              <a:rPr sz="950" spc="60" dirty="0">
                <a:latin typeface="Trebuchet MS"/>
                <a:cs typeface="Trebuchet MS"/>
              </a:rPr>
              <a:t>Sean</a:t>
            </a:r>
            <a:r>
              <a:rPr sz="950" spc="155" dirty="0">
                <a:latin typeface="Trebuchet MS"/>
                <a:cs typeface="Trebuchet MS"/>
              </a:rPr>
              <a:t>  </a:t>
            </a:r>
            <a:r>
              <a:rPr sz="950" dirty="0">
                <a:latin typeface="Trebuchet MS"/>
                <a:cs typeface="Trebuchet MS"/>
              </a:rPr>
              <a:t>Bruce</a:t>
            </a:r>
            <a:r>
              <a:rPr sz="950" spc="155" dirty="0">
                <a:latin typeface="Trebuchet MS"/>
                <a:cs typeface="Trebuchet MS"/>
              </a:rPr>
              <a:t>  </a:t>
            </a:r>
            <a:r>
              <a:rPr sz="950" dirty="0">
                <a:latin typeface="Trebuchet MS"/>
                <a:cs typeface="Trebuchet MS"/>
              </a:rPr>
              <a:t>Henry</a:t>
            </a:r>
            <a:r>
              <a:rPr sz="950" spc="155" dirty="0">
                <a:latin typeface="Trebuchet MS"/>
                <a:cs typeface="Trebuchet MS"/>
              </a:rPr>
              <a:t>  </a:t>
            </a:r>
            <a:r>
              <a:rPr sz="950" dirty="0">
                <a:latin typeface="Trebuchet MS"/>
                <a:cs typeface="Trebuchet MS"/>
              </a:rPr>
              <a:t>&lt;</a:t>
            </a:r>
            <a:r>
              <a:rPr sz="950" dirty="0">
                <a:solidFill>
                  <a:srgbClr val="0000EE"/>
                </a:solidFill>
                <a:latin typeface="Trebuchet MS"/>
                <a:cs typeface="Trebuchet MS"/>
                <a:hlinkClick r:id="rId9"/>
              </a:rPr>
              <a:t>prosefraudhunters@gmail.com</a:t>
            </a:r>
            <a:r>
              <a:rPr sz="950" dirty="0">
                <a:latin typeface="Trebuchet MS"/>
                <a:cs typeface="Trebuchet MS"/>
              </a:rPr>
              <a:t>&gt;,</a:t>
            </a:r>
            <a:r>
              <a:rPr sz="950" spc="155" dirty="0">
                <a:latin typeface="Trebuchet MS"/>
                <a:cs typeface="Trebuchet MS"/>
              </a:rPr>
              <a:t>  </a:t>
            </a:r>
            <a:r>
              <a:rPr sz="950" spc="60" dirty="0">
                <a:latin typeface="Trebuchet MS"/>
                <a:cs typeface="Trebuchet MS"/>
              </a:rPr>
              <a:t>"Sean </a:t>
            </a:r>
            <a:r>
              <a:rPr sz="950" spc="40" dirty="0">
                <a:latin typeface="Trebuchet MS"/>
                <a:cs typeface="Trebuchet MS"/>
              </a:rPr>
              <a:t>Henry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(#CyberFraudBountyHunters)"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10"/>
              </a:rPr>
              <a:t>sean.henry007@yahoo.com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Report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Phishing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Apple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11"/>
              </a:rPr>
              <a:t>reportphishing@apple.com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Microsoft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Security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Response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Center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12"/>
              </a:rPr>
              <a:t>secure@microsoft.com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Googleone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Support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05300"/>
              </a:lnSpc>
            </a:pPr>
            <a:r>
              <a:rPr sz="950" spc="55" dirty="0">
                <a:latin typeface="Trebuchet MS"/>
                <a:cs typeface="Trebuchet MS"/>
              </a:rPr>
              <a:t>&lt;</a:t>
            </a:r>
            <a:r>
              <a:rPr sz="950" spc="55" dirty="0">
                <a:solidFill>
                  <a:srgbClr val="0000EE"/>
                </a:solidFill>
                <a:latin typeface="Trebuchet MS"/>
                <a:cs typeface="Trebuchet MS"/>
                <a:hlinkClick r:id="rId13"/>
              </a:rPr>
              <a:t>googleone-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13"/>
              </a:rPr>
              <a:t>support@google.com</a:t>
            </a:r>
            <a:r>
              <a:rPr sz="950" spc="30" dirty="0">
                <a:latin typeface="Trebuchet MS"/>
                <a:cs typeface="Trebuchet MS"/>
              </a:rPr>
              <a:t>&gt;,</a:t>
            </a:r>
            <a:r>
              <a:rPr sz="950" spc="21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Googlebusinessprofile</a:t>
            </a:r>
            <a:r>
              <a:rPr sz="950" spc="21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Support</a:t>
            </a:r>
            <a:r>
              <a:rPr sz="950" spc="21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&lt;</a:t>
            </a:r>
            <a:r>
              <a:rPr sz="950" spc="30" dirty="0">
                <a:solidFill>
                  <a:srgbClr val="0000EE"/>
                </a:solidFill>
                <a:latin typeface="Trebuchet MS"/>
                <a:cs typeface="Trebuchet MS"/>
                <a:hlinkClick r:id="rId14"/>
              </a:rPr>
              <a:t>googlebusinessprofile-</a:t>
            </a:r>
            <a:r>
              <a:rPr sz="950" spc="-10" dirty="0">
                <a:solidFill>
                  <a:srgbClr val="0000EE"/>
                </a:solidFill>
                <a:latin typeface="Trebuchet MS"/>
                <a:cs typeface="Trebuchet MS"/>
                <a:hlinkClick r:id="rId14"/>
              </a:rPr>
              <a:t>support@google.com</a:t>
            </a:r>
            <a:r>
              <a:rPr sz="950" spc="-10" dirty="0">
                <a:latin typeface="Trebuchet MS"/>
                <a:cs typeface="Trebuchet MS"/>
              </a:rPr>
              <a:t>&gt;,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Support</a:t>
            </a:r>
            <a:r>
              <a:rPr sz="950" spc="2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&lt;</a:t>
            </a:r>
            <a:r>
              <a:rPr sz="950" dirty="0">
                <a:solidFill>
                  <a:srgbClr val="0000EE"/>
                </a:solidFill>
                <a:latin typeface="Trebuchet MS"/>
                <a:cs typeface="Trebuchet MS"/>
                <a:hlinkClick r:id="rId15"/>
              </a:rPr>
              <a:t>support@microsoft.com</a:t>
            </a:r>
            <a:r>
              <a:rPr sz="950" dirty="0">
                <a:latin typeface="Trebuchet MS"/>
                <a:cs typeface="Trebuchet MS"/>
              </a:rPr>
              <a:t>&gt;,</a:t>
            </a:r>
            <a:r>
              <a:rPr sz="950" spc="290" dirty="0"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0000EE"/>
                </a:solidFill>
                <a:latin typeface="Trebuchet MS"/>
                <a:cs typeface="Trebuchet MS"/>
                <a:hlinkClick r:id="rId16"/>
              </a:rPr>
              <a:t>support@icloud.com</a:t>
            </a:r>
            <a:r>
              <a:rPr sz="950" dirty="0">
                <a:latin typeface="Trebuchet MS"/>
                <a:cs typeface="Trebuchet MS"/>
                <a:hlinkClick r:id="rId16"/>
              </a:rPr>
              <a:t>,</a:t>
            </a:r>
            <a:r>
              <a:rPr sz="950" spc="2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Kathrine</a:t>
            </a:r>
            <a:r>
              <a:rPr sz="950" spc="29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</a:t>
            </a:r>
            <a:r>
              <a:rPr sz="950" spc="29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&lt;</a:t>
            </a:r>
            <a:r>
              <a:rPr sz="950" spc="-10" dirty="0">
                <a:solidFill>
                  <a:srgbClr val="0000EE"/>
                </a:solidFill>
                <a:latin typeface="Trebuchet MS"/>
                <a:cs typeface="Trebuchet MS"/>
                <a:hlinkClick r:id="rId17"/>
              </a:rPr>
              <a:t>support@mail.support.microsoft.com</a:t>
            </a:r>
            <a:r>
              <a:rPr sz="950" spc="-10" dirty="0">
                <a:latin typeface="Trebuchet MS"/>
                <a:cs typeface="Trebuchet MS"/>
              </a:rPr>
              <a:t>&gt;,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0000EE"/>
                </a:solidFill>
                <a:latin typeface="Trebuchet MS"/>
                <a:cs typeface="Trebuchet MS"/>
                <a:hlinkClick r:id="rId18"/>
              </a:rPr>
              <a:t>support@sharepoint.com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-25" dirty="0">
                <a:latin typeface="Trebuchet MS"/>
                <a:cs typeface="Trebuchet MS"/>
              </a:rPr>
              <a:t>Cc: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-20" dirty="0">
                <a:latin typeface="Trebuchet MS"/>
                <a:cs typeface="Trebuchet MS"/>
              </a:rPr>
              <a:t>Bcc: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latin typeface="Trebuchet MS"/>
                <a:cs typeface="Trebuchet MS"/>
              </a:rPr>
              <a:t>Date: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Mon,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10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Mar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85" dirty="0">
                <a:latin typeface="Trebuchet MS"/>
                <a:cs typeface="Trebuchet MS"/>
              </a:rPr>
              <a:t>2025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03:07:03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-</a:t>
            </a:r>
            <a:r>
              <a:rPr sz="950" spc="75" dirty="0">
                <a:latin typeface="Trebuchet MS"/>
                <a:cs typeface="Trebuchet MS"/>
              </a:rPr>
              <a:t>0500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latin typeface="Trebuchet MS"/>
                <a:cs typeface="Trebuchet MS"/>
              </a:rPr>
              <a:t>Subject: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Digital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American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Human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Prisoner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&amp;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Slave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Sinister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Rogue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Frankenstein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AI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Virus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100" dirty="0">
                <a:latin typeface="Trebuchet MS"/>
                <a:cs typeface="Trebuchet MS"/>
              </a:rPr>
              <a:t>-----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80" dirty="0">
                <a:latin typeface="Trebuchet MS"/>
                <a:cs typeface="Trebuchet MS"/>
              </a:rPr>
              <a:t>Message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truncated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----</a:t>
            </a:r>
            <a:r>
              <a:rPr sz="950" spc="50" dirty="0">
                <a:latin typeface="Trebuchet MS"/>
                <a:cs typeface="Trebuchet MS"/>
              </a:rPr>
              <a:t>-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179" y="6455834"/>
            <a:ext cx="1974850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10" dirty="0">
                <a:latin typeface="Trebuchet MS"/>
                <a:cs typeface="Trebuchet MS"/>
              </a:rPr>
              <a:t>&lt;</a:t>
            </a:r>
            <a:r>
              <a:rPr sz="950" spc="-10" dirty="0">
                <a:latin typeface="Trebuchet MS"/>
                <a:cs typeface="Trebuchet MS"/>
                <a:hlinkClick r:id="rId19"/>
              </a:rPr>
              <a:t>noreply@google.com</a:t>
            </a:r>
            <a:r>
              <a:rPr sz="950" spc="-10" dirty="0">
                <a:latin typeface="Trebuchet MS"/>
                <a:cs typeface="Trebuchet MS"/>
              </a:rPr>
              <a:t>&gt;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05300"/>
              </a:lnSpc>
            </a:pPr>
            <a:r>
              <a:rPr sz="950" dirty="0">
                <a:latin typeface="Trebuchet MS"/>
                <a:cs typeface="Trebuchet MS"/>
              </a:rPr>
              <a:t>Reply-To: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&lt;</a:t>
            </a:r>
            <a:r>
              <a:rPr sz="950" spc="-10" dirty="0">
                <a:latin typeface="Trebuchet MS"/>
                <a:cs typeface="Trebuchet MS"/>
                <a:hlinkClick r:id="rId19"/>
              </a:rPr>
              <a:t>noreply@google.com</a:t>
            </a:r>
            <a:r>
              <a:rPr sz="950" spc="-10" dirty="0">
                <a:latin typeface="Trebuchet MS"/>
                <a:cs typeface="Trebuchet MS"/>
              </a:rPr>
              <a:t>&gt;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To:</a:t>
            </a:r>
            <a:r>
              <a:rPr sz="950" spc="2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&lt;</a:t>
            </a:r>
            <a:r>
              <a:rPr sz="950" spc="-10" dirty="0">
                <a:latin typeface="Trebuchet MS"/>
                <a:cs typeface="Trebuchet MS"/>
                <a:hlinkClick r:id="rId4"/>
              </a:rPr>
              <a:t>sean.henry007@gmail.com</a:t>
            </a:r>
            <a:r>
              <a:rPr sz="950" spc="-10" dirty="0">
                <a:latin typeface="Trebuchet MS"/>
                <a:cs typeface="Trebuchet MS"/>
              </a:rPr>
              <a:t>&gt;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99393" y="6455834"/>
            <a:ext cx="137604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10" dirty="0">
                <a:latin typeface="Trebuchet MS"/>
                <a:cs typeface="Trebuchet MS"/>
              </a:rPr>
              <a:t>Mon,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Mar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10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3:07</a:t>
            </a:r>
            <a:r>
              <a:rPr sz="950" spc="-125" dirty="0">
                <a:latin typeface="Trebuchet MS"/>
                <a:cs typeface="Trebuchet MS"/>
              </a:rPr>
              <a:t> </a:t>
            </a:r>
            <a:r>
              <a:rPr sz="950" spc="90" dirty="0">
                <a:latin typeface="Trebuchet MS"/>
                <a:cs typeface="Trebuchet MS"/>
              </a:rPr>
              <a:t>AM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561079" y="7447280"/>
            <a:ext cx="650239" cy="65024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685800" y="9085580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40" h="40640">
                <a:moveTo>
                  <a:pt x="20320" y="0"/>
                </a:moveTo>
                <a:lnTo>
                  <a:pt x="12410" y="1596"/>
                </a:lnTo>
                <a:lnTo>
                  <a:pt x="5951" y="5951"/>
                </a:lnTo>
                <a:lnTo>
                  <a:pt x="1596" y="12410"/>
                </a:lnTo>
                <a:lnTo>
                  <a:pt x="0" y="20320"/>
                </a:lnTo>
                <a:lnTo>
                  <a:pt x="1596" y="28229"/>
                </a:lnTo>
                <a:lnTo>
                  <a:pt x="5951" y="34688"/>
                </a:lnTo>
                <a:lnTo>
                  <a:pt x="12410" y="39043"/>
                </a:lnTo>
                <a:lnTo>
                  <a:pt x="20320" y="40640"/>
                </a:lnTo>
                <a:lnTo>
                  <a:pt x="28229" y="39043"/>
                </a:lnTo>
                <a:lnTo>
                  <a:pt x="34688" y="34688"/>
                </a:lnTo>
                <a:lnTo>
                  <a:pt x="39043" y="28229"/>
                </a:lnTo>
                <a:lnTo>
                  <a:pt x="40640" y="20320"/>
                </a:lnTo>
                <a:lnTo>
                  <a:pt x="39043" y="12410"/>
                </a:lnTo>
                <a:lnTo>
                  <a:pt x="34688" y="5951"/>
                </a:lnTo>
                <a:lnTo>
                  <a:pt x="28229" y="1596"/>
                </a:lnTo>
                <a:lnTo>
                  <a:pt x="203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19100" y="8233833"/>
            <a:ext cx="6807834" cy="12992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25" dirty="0">
                <a:latin typeface="Trebuchet MS"/>
                <a:cs typeface="Trebuchet MS"/>
              </a:rPr>
              <a:t>Hi,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07900"/>
              </a:lnSpc>
              <a:spcBef>
                <a:spcPts val="1005"/>
              </a:spcBef>
            </a:pPr>
            <a:r>
              <a:rPr sz="1050" dirty="0">
                <a:latin typeface="Arial"/>
                <a:cs typeface="Arial"/>
              </a:rPr>
              <a:t>Thanks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for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contacting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Google</a:t>
            </a:r>
            <a:r>
              <a:rPr sz="1050" spc="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One!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Unfortunately,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you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sent</a:t>
            </a:r>
            <a:r>
              <a:rPr sz="1050" spc="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your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message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automated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email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address,</a:t>
            </a:r>
            <a:r>
              <a:rPr sz="1050" spc="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so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you </a:t>
            </a:r>
            <a:r>
              <a:rPr sz="1050" dirty="0">
                <a:latin typeface="Arial"/>
                <a:cs typeface="Arial"/>
              </a:rPr>
              <a:t>won’t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get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reply.</a:t>
            </a:r>
            <a:endParaRPr sz="1050">
              <a:latin typeface="Arial"/>
              <a:cs typeface="Arial"/>
            </a:endParaRPr>
          </a:p>
          <a:p>
            <a:pPr marL="419100" marR="79375">
              <a:lnSpc>
                <a:spcPct val="107900"/>
              </a:lnSpc>
              <a:spcBef>
                <a:spcPts val="1070"/>
              </a:spcBef>
            </a:pPr>
            <a:r>
              <a:rPr sz="1050" b="1" dirty="0">
                <a:latin typeface="Arial"/>
                <a:cs typeface="Arial"/>
              </a:rPr>
              <a:t>If</a:t>
            </a:r>
            <a:r>
              <a:rPr sz="1050" b="1" spc="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you're</a:t>
            </a:r>
            <a:r>
              <a:rPr sz="1050" b="1" spc="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</a:t>
            </a:r>
            <a:r>
              <a:rPr sz="1050" b="1" spc="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Google</a:t>
            </a:r>
            <a:r>
              <a:rPr sz="1050" b="1" spc="2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One</a:t>
            </a:r>
            <a:r>
              <a:rPr sz="1050" b="1" spc="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member</a:t>
            </a:r>
            <a:r>
              <a:rPr sz="1050" b="1" spc="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and</a:t>
            </a:r>
            <a:r>
              <a:rPr sz="1050" b="1" spc="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need</a:t>
            </a:r>
            <a:r>
              <a:rPr sz="1050" b="1" spc="2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help</a:t>
            </a:r>
            <a:r>
              <a:rPr sz="1050" b="1" spc="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right</a:t>
            </a:r>
            <a:r>
              <a:rPr sz="1050" b="1" spc="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away,</a:t>
            </a:r>
            <a:r>
              <a:rPr sz="1050" b="1" spc="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sign</a:t>
            </a:r>
            <a:r>
              <a:rPr sz="1050" spc="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into</a:t>
            </a:r>
            <a:r>
              <a:rPr sz="1050" spc="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your</a:t>
            </a:r>
            <a:r>
              <a:rPr sz="1050" spc="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Google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One</a:t>
            </a:r>
            <a:r>
              <a:rPr sz="1050" spc="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account</a:t>
            </a:r>
            <a:r>
              <a:rPr sz="1050" spc="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on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your </a:t>
            </a:r>
            <a:r>
              <a:rPr sz="1050" dirty="0">
                <a:latin typeface="Arial"/>
                <a:cs typeface="Arial"/>
              </a:rPr>
              <a:t>web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browser.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Then,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000EE"/>
                </a:solidFill>
                <a:latin typeface="Arial"/>
                <a:cs typeface="Arial"/>
              </a:rPr>
              <a:t>click</a:t>
            </a:r>
            <a:r>
              <a:rPr sz="1050" spc="5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000EE"/>
                </a:solidFill>
                <a:latin typeface="Arial"/>
                <a:cs typeface="Arial"/>
              </a:rPr>
              <a:t>here</a:t>
            </a:r>
            <a:r>
              <a:rPr sz="1050" spc="10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here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for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other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ways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contact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us.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You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can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also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visit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000EE"/>
                </a:solidFill>
                <a:latin typeface="Arial"/>
                <a:cs typeface="Arial"/>
              </a:rPr>
              <a:t>Google</a:t>
            </a:r>
            <a:r>
              <a:rPr sz="1050" spc="5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000EE"/>
                </a:solidFill>
                <a:latin typeface="Arial"/>
                <a:cs typeface="Arial"/>
              </a:rPr>
              <a:t>One</a:t>
            </a:r>
            <a:r>
              <a:rPr sz="1050" spc="10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0000EE"/>
                </a:solidFill>
                <a:latin typeface="Arial"/>
                <a:cs typeface="Arial"/>
              </a:rPr>
              <a:t>Help </a:t>
            </a:r>
            <a:r>
              <a:rPr sz="1050" dirty="0">
                <a:solidFill>
                  <a:srgbClr val="0000EE"/>
                </a:solidFill>
                <a:latin typeface="Arial"/>
                <a:cs typeface="Arial"/>
              </a:rPr>
              <a:t>Center</a:t>
            </a:r>
            <a:r>
              <a:rPr sz="1050" spc="10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look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up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answers.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751840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40" h="40640">
                <a:moveTo>
                  <a:pt x="20320" y="0"/>
                </a:moveTo>
                <a:lnTo>
                  <a:pt x="12410" y="1596"/>
                </a:lnTo>
                <a:lnTo>
                  <a:pt x="5951" y="5951"/>
                </a:lnTo>
                <a:lnTo>
                  <a:pt x="1596" y="12410"/>
                </a:lnTo>
                <a:lnTo>
                  <a:pt x="0" y="20319"/>
                </a:lnTo>
                <a:lnTo>
                  <a:pt x="1596" y="28229"/>
                </a:lnTo>
                <a:lnTo>
                  <a:pt x="5951" y="34688"/>
                </a:lnTo>
                <a:lnTo>
                  <a:pt x="12410" y="39043"/>
                </a:lnTo>
                <a:lnTo>
                  <a:pt x="20320" y="40639"/>
                </a:lnTo>
                <a:lnTo>
                  <a:pt x="28229" y="39043"/>
                </a:lnTo>
                <a:lnTo>
                  <a:pt x="34688" y="34688"/>
                </a:lnTo>
                <a:lnTo>
                  <a:pt x="39043" y="28229"/>
                </a:lnTo>
                <a:lnTo>
                  <a:pt x="40640" y="20319"/>
                </a:lnTo>
                <a:lnTo>
                  <a:pt x="39043" y="12410"/>
                </a:lnTo>
                <a:lnTo>
                  <a:pt x="34688" y="5951"/>
                </a:lnTo>
                <a:lnTo>
                  <a:pt x="28229" y="1596"/>
                </a:lnTo>
                <a:lnTo>
                  <a:pt x="203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9100" y="654473"/>
            <a:ext cx="6910070" cy="1771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0" marR="5080">
              <a:lnSpc>
                <a:spcPct val="107900"/>
              </a:lnSpc>
              <a:spcBef>
                <a:spcPts val="95"/>
              </a:spcBef>
            </a:pPr>
            <a:r>
              <a:rPr sz="1050" dirty="0">
                <a:latin typeface="Arial"/>
                <a:cs typeface="Arial"/>
              </a:rPr>
              <a:t>I</a:t>
            </a:r>
            <a:r>
              <a:rPr sz="1050" b="1" dirty="0">
                <a:latin typeface="Arial"/>
                <a:cs typeface="Arial"/>
              </a:rPr>
              <a:t>f</a:t>
            </a:r>
            <a:r>
              <a:rPr sz="1050" b="1" spc="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you’re</a:t>
            </a:r>
            <a:r>
              <a:rPr sz="1050" b="1" spc="2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not</a:t>
            </a:r>
            <a:r>
              <a:rPr sz="1050" b="1" spc="2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</a:t>
            </a:r>
            <a:r>
              <a:rPr sz="1050" b="1" spc="2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Google</a:t>
            </a:r>
            <a:r>
              <a:rPr sz="1050" b="1" spc="2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One</a:t>
            </a:r>
            <a:r>
              <a:rPr sz="1050" b="1" spc="2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member</a:t>
            </a:r>
            <a:r>
              <a:rPr sz="1050" dirty="0">
                <a:latin typeface="Arial"/>
                <a:cs typeface="Arial"/>
              </a:rPr>
              <a:t>,</a:t>
            </a:r>
            <a:r>
              <a:rPr sz="1050" spc="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you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don't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have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access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premium</a:t>
            </a:r>
            <a:r>
              <a:rPr sz="1050" spc="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Google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support.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But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you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can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learn </a:t>
            </a:r>
            <a:r>
              <a:rPr sz="1050" dirty="0">
                <a:latin typeface="Arial"/>
                <a:cs typeface="Arial"/>
              </a:rPr>
              <a:t>more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about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Google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One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000EE"/>
                </a:solidFill>
                <a:latin typeface="Arial"/>
                <a:cs typeface="Arial"/>
              </a:rPr>
              <a:t>sign</a:t>
            </a:r>
            <a:r>
              <a:rPr sz="1050" spc="10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000EE"/>
                </a:solidFill>
                <a:latin typeface="Arial"/>
                <a:cs typeface="Arial"/>
              </a:rPr>
              <a:t>up</a:t>
            </a:r>
            <a:r>
              <a:rPr sz="1050" spc="10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0000EE"/>
                </a:solidFill>
                <a:latin typeface="Arial"/>
                <a:cs typeface="Arial"/>
              </a:rPr>
              <a:t>here</a:t>
            </a:r>
            <a:r>
              <a:rPr sz="1050" spc="-20" dirty="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50" spc="10" dirty="0">
                <a:latin typeface="Trebuchet MS"/>
                <a:cs typeface="Trebuchet MS"/>
              </a:rPr>
              <a:t>Thanks</a:t>
            </a:r>
            <a:r>
              <a:rPr sz="950" spc="2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again,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Google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One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team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950">
              <a:latin typeface="Trebuchet MS"/>
              <a:cs typeface="Trebuchet MS"/>
            </a:endParaRPr>
          </a:p>
          <a:p>
            <a:pPr marL="53340">
              <a:lnSpc>
                <a:spcPct val="100000"/>
              </a:lnSpc>
            </a:pP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Google</a:t>
            </a:r>
            <a:r>
              <a:rPr sz="850" spc="35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One</a:t>
            </a:r>
            <a:r>
              <a:rPr sz="850" spc="35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Android</a:t>
            </a:r>
            <a:r>
              <a:rPr sz="850" spc="35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app</a:t>
            </a:r>
            <a:r>
              <a:rPr sz="850" spc="175" dirty="0">
                <a:solidFill>
                  <a:srgbClr val="0000EE"/>
                </a:solidFill>
                <a:latin typeface="Arial"/>
                <a:cs typeface="Arial"/>
              </a:rPr>
              <a:t>  </a:t>
            </a:r>
            <a:r>
              <a:rPr sz="850" dirty="0">
                <a:solidFill>
                  <a:srgbClr val="CBCBCB"/>
                </a:solidFill>
                <a:latin typeface="Arial"/>
                <a:cs typeface="Arial"/>
              </a:rPr>
              <a:t>|</a:t>
            </a:r>
            <a:r>
              <a:rPr sz="850" spc="175" dirty="0">
                <a:solidFill>
                  <a:srgbClr val="CBCBCB"/>
                </a:solidFill>
                <a:latin typeface="Arial"/>
                <a:cs typeface="Arial"/>
              </a:rPr>
              <a:t>  </a:t>
            </a: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one.google.com</a:t>
            </a:r>
            <a:r>
              <a:rPr sz="850" spc="175" dirty="0">
                <a:solidFill>
                  <a:srgbClr val="0000EE"/>
                </a:solidFill>
                <a:latin typeface="Arial"/>
                <a:cs typeface="Arial"/>
              </a:rPr>
              <a:t>  </a:t>
            </a:r>
            <a:r>
              <a:rPr sz="850" dirty="0">
                <a:solidFill>
                  <a:srgbClr val="CBCBCB"/>
                </a:solidFill>
                <a:latin typeface="Arial"/>
                <a:cs typeface="Arial"/>
              </a:rPr>
              <a:t>|</a:t>
            </a:r>
            <a:r>
              <a:rPr sz="850" spc="180" dirty="0">
                <a:solidFill>
                  <a:srgbClr val="CBCBCB"/>
                </a:solidFill>
                <a:latin typeface="Arial"/>
                <a:cs typeface="Arial"/>
              </a:rPr>
              <a:t>  </a:t>
            </a: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Google</a:t>
            </a:r>
            <a:r>
              <a:rPr sz="850" spc="35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One</a:t>
            </a:r>
            <a:r>
              <a:rPr sz="850" spc="35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Help</a:t>
            </a:r>
            <a:r>
              <a:rPr sz="850" spc="35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0000EE"/>
                </a:solidFill>
                <a:latin typeface="Arial"/>
                <a:cs typeface="Arial"/>
              </a:rPr>
              <a:t>Center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 marL="53340">
              <a:lnSpc>
                <a:spcPct val="100000"/>
              </a:lnSpc>
            </a:pPr>
            <a:r>
              <a:rPr sz="850" dirty="0">
                <a:solidFill>
                  <a:srgbClr val="CBCBCB"/>
                </a:solidFill>
                <a:latin typeface="Arial"/>
                <a:cs typeface="Arial"/>
              </a:rPr>
              <a:t>©</a:t>
            </a:r>
            <a:r>
              <a:rPr sz="850" spc="55" dirty="0">
                <a:solidFill>
                  <a:srgbClr val="CBCBCB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CBCBCB"/>
                </a:solidFill>
                <a:latin typeface="Arial"/>
                <a:cs typeface="Arial"/>
              </a:rPr>
              <a:t>Google</a:t>
            </a:r>
            <a:r>
              <a:rPr sz="850" spc="55" dirty="0">
                <a:solidFill>
                  <a:srgbClr val="CBCBCB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CBCBCB"/>
                </a:solidFill>
                <a:latin typeface="Arial"/>
                <a:cs typeface="Arial"/>
              </a:rPr>
              <a:t>LLC,</a:t>
            </a:r>
            <a:r>
              <a:rPr sz="850" spc="65" dirty="0">
                <a:solidFill>
                  <a:srgbClr val="CBCBCB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1600</a:t>
            </a:r>
            <a:r>
              <a:rPr sz="850" spc="55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Amphitheatre</a:t>
            </a:r>
            <a:r>
              <a:rPr sz="850" spc="60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Parkway,</a:t>
            </a:r>
            <a:r>
              <a:rPr sz="850" spc="55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Mountain</a:t>
            </a:r>
            <a:r>
              <a:rPr sz="850" spc="55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View,</a:t>
            </a:r>
            <a:r>
              <a:rPr sz="850" spc="60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0000EE"/>
                </a:solidFill>
                <a:latin typeface="Arial"/>
                <a:cs typeface="Arial"/>
              </a:rPr>
              <a:t>CA</a:t>
            </a:r>
            <a:r>
              <a:rPr sz="850" spc="-5" dirty="0">
                <a:solidFill>
                  <a:srgbClr val="0000EE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0000EE"/>
                </a:solidFill>
                <a:latin typeface="Arial"/>
                <a:cs typeface="Arial"/>
              </a:rPr>
              <a:t>94043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American Human Prisoner &amp; Slave to a Sinister Rogue Frankenstein AI Virus</dc:title>
  <cp:revision>1</cp:revision>
  <dcterms:created xsi:type="dcterms:W3CDTF">2025-05-13T08:29:49Z</dcterms:created>
  <dcterms:modified xsi:type="dcterms:W3CDTF">2025-10-04T03:23:32Z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2025-03-10T00:00:00Z</vt:filetime>
  </property>
  <property fmtid="{D5CDD505-2E9C-101B-9397-08002B2CF9AE}" pid="3" name="Creator">
    <vt:lpwstr>Gmail</vt:lpwstr>
  </property>
  <property fmtid="{D5CDD505-2E9C-101B-9397-08002B2CF9AE}" pid="4" name="LastSaved">
    <vt:filetime>2025-05-13T00:00:00Z</vt:filetime>
  </property>
  <property fmtid="{D5CDD505-2E9C-101B-9397-08002B2CF9AE}" pid="5" name="Producer">
    <vt:lpwstr>iOS Version 18.4 (Build 22E5200s) Quartz PDFContext</vt:lpwstr>
  </property>
</Properties>
</file>